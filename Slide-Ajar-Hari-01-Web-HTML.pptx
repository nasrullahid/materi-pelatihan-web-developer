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400800" y="105156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 DARI 15  ·  FASE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 Web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HTML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web dan dasar membangun halaman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Konsep: bagaimana web bekerja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dokumen HTML pertama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HTML &amp; tag semantik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halaman profil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output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cara kerja web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client–server, request–response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front-end &amp; back-end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masing-masing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kerja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Live Server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dokumen HTML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nol, struktur benar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elemen dasar HTML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heading, list, link, gambar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tag semantik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main, footer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Web Bekerja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peta besar sebelum menulis kode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itu seperti warung makan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96596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memesan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meminta halaman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60904" y="1737360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46704" y="196596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98064" y="2697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Dapur menyiapkan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98064" y="30175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memproses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98064" y="35661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1737360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58968" y="196596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589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10328" y="2697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 mengantar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0328" y="30175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mengirim balik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35661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85432" y="1737360"/>
            <a:ext cx="1956816" cy="2286000"/>
          </a:xfrm>
          <a:prstGeom prst="roundRect">
            <a:avLst>
              <a:gd name="adj" fmla="val 3738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71232" y="196596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22"/>
          <p:cNvSpPr/>
          <p:nvPr/>
        </p:nvSpPr>
        <p:spPr>
          <a:xfrm>
            <a:off x="757123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22592" y="2697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menikmati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22592" y="30175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menampilkan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22592" y="356616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halaman pada dasarnya adalah file teks yang dikirim server ke browser.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&amp;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8181B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14884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259" y="23024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meminta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9659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EF3B2D"/>
          </a:solidFill>
          <a:ln/>
        </p:spPr>
      </p:sp>
      <p:sp>
        <p:nvSpPr>
          <p:cNvPr id="10" name="Shape 7"/>
          <p:cNvSpPr/>
          <p:nvPr/>
        </p:nvSpPr>
        <p:spPr>
          <a:xfrm>
            <a:off x="6903720" y="2148840"/>
            <a:ext cx="548640" cy="548640"/>
          </a:xfrm>
          <a:prstGeom prst="ellipse">
            <a:avLst/>
          </a:prstGeom>
          <a:solidFill>
            <a:srgbClr val="18181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339" y="23024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94360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&amp; menyajikan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91840" y="2377440"/>
            <a:ext cx="2560320" cy="0"/>
          </a:xfrm>
          <a:prstGeom prst="line">
            <a:avLst/>
          </a:prstGeom>
          <a:noFill/>
          <a:ln w="31750">
            <a:solidFill>
              <a:srgbClr val="27272A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2004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 →  GET /profil.html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91840" y="3108960"/>
            <a:ext cx="2560320" cy="0"/>
          </a:xfrm>
          <a:prstGeom prst="line">
            <a:avLst/>
          </a:prstGeom>
          <a:noFill/>
          <a:ln w="31750">
            <a:solidFill>
              <a:srgbClr val="EF3B2D"/>
            </a:solidFill>
            <a:prstDash val="solid"/>
            <a:headEnd type="triangle"/>
          </a:ln>
        </p:spPr>
      </p:sp>
      <p:sp>
        <p:nvSpPr>
          <p:cNvPr id="17" name="Text 13"/>
          <p:cNvSpPr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 ←  kode HTML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berkomunikasi lewat aturan bernama HTTP.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vs Back-end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F3B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4871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dilihat &amp; disentuh pengguna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53512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1089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953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browser (client)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75304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307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5753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197096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35254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4197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meja, menu, tampilan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663440" y="16459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/>
        </p:spPr>
      </p:sp>
      <p:sp>
        <p:nvSpPr>
          <p:cNvPr id="19" name="Text 13"/>
          <p:cNvSpPr/>
          <p:nvPr/>
        </p:nvSpPr>
        <p:spPr>
          <a:xfrm>
            <a:off x="466344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663440" y="2331720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48716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93792" y="2331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bekerja di balik layar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2953512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108960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3792" y="2953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server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663440" y="3575304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73075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93792" y="35753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database, Laravel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663440" y="4197096"/>
            <a:ext cx="3931920" cy="548640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35254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93792" y="41970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dapur, gudang bahan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fondasi front-end. Hari 1–3 kita bangun front-end; back-end mulai Hari 4.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bahasa front-end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2743200"/>
          </a:xfrm>
          <a:prstGeom prst="roundRect">
            <a:avLst>
              <a:gd name="adj" fmla="val 3072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4188" y="201168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255" y="2226747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331012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/ kerangka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63931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"tembok, pintu, jendela"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385316" y="402336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EF3B2D"/>
          </a:solidFill>
          <a:ln/>
        </p:spPr>
      </p:sp>
      <p:sp>
        <p:nvSpPr>
          <p:cNvPr id="11" name="Text 8"/>
          <p:cNvSpPr/>
          <p:nvPr/>
        </p:nvSpPr>
        <p:spPr>
          <a:xfrm>
            <a:off x="1385316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92424" y="1691640"/>
            <a:ext cx="2679192" cy="2743200"/>
          </a:xfrm>
          <a:prstGeom prst="roundRect">
            <a:avLst>
              <a:gd name="adj" fmla="val 3072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7972" y="201168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39" y="2226747"/>
            <a:ext cx="337962" cy="3379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2424" y="2926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392424" y="331012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tata letak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29584" y="363931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 &amp; dekorasi"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229100" y="402336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E4E4E7"/>
          </a:solidFill>
          <a:ln/>
        </p:spPr>
      </p:sp>
      <p:sp>
        <p:nvSpPr>
          <p:cNvPr id="19" name="Text 15"/>
          <p:cNvSpPr/>
          <p:nvPr/>
        </p:nvSpPr>
        <p:spPr>
          <a:xfrm>
            <a:off x="422910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36208" y="1691640"/>
            <a:ext cx="2679192" cy="2743200"/>
          </a:xfrm>
          <a:prstGeom prst="roundRect">
            <a:avLst>
              <a:gd name="adj" fmla="val 3072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91756" y="2011680"/>
            <a:ext cx="768096" cy="76809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823" y="2226747"/>
            <a:ext cx="337962" cy="3379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36208" y="2926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6236208" y="3310128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&amp; interaksi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363931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"lampu &amp; pintu otomatis"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072884" y="402336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E4E4E7"/>
          </a:solidFill>
          <a:ln/>
        </p:spPr>
      </p:sp>
      <p:sp>
        <p:nvSpPr>
          <p:cNvPr id="27" name="Text 22"/>
          <p:cNvSpPr/>
          <p:nvPr/>
        </p:nvSpPr>
        <p:spPr>
          <a:xfrm>
            <a:off x="7072884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Dokumen HTML Pertama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alat lalu menulis HTML dari nol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Siapkan VS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65376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295" y="1983151"/>
            <a:ext cx="185075" cy="185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01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98448" y="2112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halaman &amp; auto-refresh saat disimpan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761488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95" y="2879263"/>
            <a:ext cx="185075" cy="185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298448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Merapikan kode secara otomatis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83864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657600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775375"/>
            <a:ext cx="185075" cy="185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593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Rename Tag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298448" y="3904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tag pembuka &amp; penutup sekaligus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760720" y="169164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961888" y="1837944"/>
            <a:ext cx="24323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latihan-web/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profil.html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img/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foto.jpg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76072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folder rapi sejak awal.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 dokumen HTML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7183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lang="id"&gt;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&lt;title&gt;Halaman Pertamaku&lt;/title&gt;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&lt;h1&gt;Halo Dunia!&lt;/h1&gt;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&lt;p&gt;Ini halaman web pertama saya.&lt;/p&gt;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9788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1965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 balik layar (tak tampil)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2743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di tab browser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978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3520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yang tampil di halaman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023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huruf &amp; simbol benar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Tag, Elemen, Atribut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83664"/>
            <a:ext cx="7644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href="https://google.com"&gt;Klik di sini&lt;/a&gt;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27889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dalam kurung siku, umumnya berpasangan: &lt;p&gt; … &lt;/p&gt;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4728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344728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pembuka + isi + tag penutup: &lt;p&gt;Halo&lt;/p&gt;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05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410565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tambahan di tag pembuka: href="…", lang="id"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HTML &amp; Tag Semantik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Bahan-bahan untuk membangun halaman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8039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&lt;h1&gt;Judul Terbesar&lt;/h1&gt;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&lt;h2&gt;Sub-judul&lt;/h2&gt;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&lt;p&gt;Ini paragraf biasa.&lt;/p&gt;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daftar bullet --&gt;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&lt;li&gt;CSS&lt;/li&gt;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164592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38928" y="1792224"/>
            <a:ext cx="3255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daftar bernomor --&gt;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&lt;li&gt;Buka VS Code&lt;/li&gt;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&lt;li&gt;Ketik kode&lt;/li&gt;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href="profil.html"&gt;Profil&lt;/a&gt;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src="img/foto.jpg"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alt="Foto profil"&gt;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28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satu &lt;h1&gt; per halaman · atribut alt pada gambar wajib.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 semantik = kerangka halaman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EF3B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67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931920" cy="1234440"/>
          </a:xfrm>
          <a:prstGeom prst="roundRect">
            <a:avLst>
              <a:gd name="adj" fmla="val 3704"/>
            </a:avLst>
          </a:prstGeom>
          <a:solidFill>
            <a:srgbClr val="F4F4F5"/>
          </a:solidFill>
          <a:ln w="19050">
            <a:solidFill>
              <a:srgbClr val="EF3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154680"/>
            <a:ext cx="34747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54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50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halaman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navigasi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utama (satu saja)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konten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kaki halaman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46320" y="4434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makna pada tiap bagian — mudah dibaca manusia &amp; mesin pencari.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Mini-project: Halaman Profil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resmi Hari 1 — CV online statis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elemen baru: tabel &amp; 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5753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&lt;th&gt;Keahlian&lt;/th&gt;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&lt;th&gt;Level&lt;/th&gt;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&lt;td&gt;HTML&lt;/td&gt;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&lt;td&gt;Dasar&lt;/td&gt;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64592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0328" y="1792224"/>
            <a:ext cx="34838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for="nama"&gt;Nama:&lt;/label&gt;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id="nama"&gt;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id="pesan"&gt;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&lt;/textarea&gt;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Kirim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28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belum mengirim data hari ini (itu Hari 4) — cukup tampilannya benar.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Brief: profil.html (CV online)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nama + foto (dengan alt)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nav: minimal 2 link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Biodata: paragraf singkat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Keahlian: tabel (≥3 baris)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Kontak: form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footer: © + tahun + nama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lulus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1343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tag pembuka punya penutup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8036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semantik dipakai benar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4728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4198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 tanpa error di browser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142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9867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&amp; form berfungsi (tampilan)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492240" y="274320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tag penutup → halaman berantakan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belum di-save → browser tak berubah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Path/huruf gambar salah → tak muncul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di &lt;head&gt; → tidak tampil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245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0690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2: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'cat &amp; hias' halaman profil ini dengan CSS.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1 - Pengenalan Web &amp; HTML</dc:title>
  <dc:subject>PptxGenJS Presentation</dc:subject>
  <dc:creator>PT LPK Mentorbox Indonesia</dc:creator>
  <cp:lastModifiedBy>PT LPK Mentorbox Indonesia</cp:lastModifiedBy>
  <cp:revision>1</cp:revision>
  <dcterms:created xsi:type="dcterms:W3CDTF">2026-07-05T22:47:16Z</dcterms:created>
  <dcterms:modified xsi:type="dcterms:W3CDTF">2026-07-05T22:47:16Z</dcterms:modified>
</cp:coreProperties>
</file>