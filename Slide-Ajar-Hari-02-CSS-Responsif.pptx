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6400800" y="1097280"/>
            <a:ext cx="2743200" cy="274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196596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2 DARI 15  ·  FASE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&amp; Layout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Responsif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66928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Mempercantik &amp; menata halaman agar rapi di semua layar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HARI INI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sesi, delapan jam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249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7190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5727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CSS &amp; selector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766560" y="15727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08.00–10.00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1" name="Shape 8"/>
          <p:cNvSpPr/>
          <p:nvPr/>
        </p:nvSpPr>
        <p:spPr>
          <a:xfrm>
            <a:off x="685800" y="232257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3591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21284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 &amp; styling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766560" y="22128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10.15–12.00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285292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296265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" y="29626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9992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28529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Layout: Flexbox &amp; Grid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766560" y="28529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13.00–15.00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349300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85800" y="360273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3602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63931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349300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Responsif &amp; mini-project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766560" y="349300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15.15–16.30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48640" y="4133088"/>
            <a:ext cx="8046720" cy="566928"/>
          </a:xfrm>
          <a:prstGeom prst="roundRect">
            <a:avLst>
              <a:gd name="adj" fmla="val 9677"/>
            </a:avLst>
          </a:prstGeom>
          <a:solidFill>
            <a:srgbClr val="F4F4F5"/>
          </a:solidFill>
          <a:ln/>
        </p:spPr>
      </p:sp>
      <p:sp>
        <p:nvSpPr>
          <p:cNvPr id="29" name="Shape 23"/>
          <p:cNvSpPr/>
          <p:nvPr/>
        </p:nvSpPr>
        <p:spPr>
          <a:xfrm>
            <a:off x="685800" y="4242816"/>
            <a:ext cx="347472" cy="34747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30" name="Text 24"/>
          <p:cNvSpPr/>
          <p:nvPr/>
        </p:nvSpPr>
        <p:spPr>
          <a:xfrm>
            <a:off x="68580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427939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413308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Framework, review &amp; penutup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6766560" y="413308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16.30–17.00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 akhir hari, kamu bisa…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233" y="1934505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Menyisipkan CSS ke HTML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inline, internal, external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10712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0168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05" y="1934505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selector &amp; properti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11880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elemen, class, id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72784" y="160020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80136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377" y="1934505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box model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73952" y="264261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margin, border, padding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233" y="3488985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Menata layout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&amp; Grid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10712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630168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3305" y="3488985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1880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halaman responsif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611880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query, unit relatif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72784" y="3154680"/>
            <a:ext cx="2688336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92240" y="3355848"/>
            <a:ext cx="475488" cy="475488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5377" y="3488985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473952" y="39044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framework CSS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73952" y="4197096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utility class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Mengenal CSS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kerangka polos menjadi halaman yang tertata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= mengecat &amp; menata rumah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CSS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Judul Halaman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menempel kiri, hitam-putih,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jarak, apa adanya.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 satu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item dua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15968" y="2743200"/>
            <a:ext cx="502920" cy="50292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6786" y="2884018"/>
            <a:ext cx="221285" cy="22128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37760" y="169164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18181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CSS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57800" y="228600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EF3B2D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286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Judul Halaman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94960" y="2880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rapi, berwarna, punya jarak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tata letak yang enak dibaca.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94960" y="361188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27272A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94960" y="3611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satu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0" y="361188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27272A"/>
          </a:solidFill>
          <a:ln w="12700">
            <a:solidFill>
              <a:srgbClr val="EF3B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3611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dua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sama persis dari Hari 1 — CSS hanya mengubah tampilannya.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cara menyisipkan CSS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809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&lt;!-- 1. Inline (di dalam tag) --&gt;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style="color: red;"&gt;Teks&lt;/p&gt;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&lt;!-- 2. Internal (di &lt;head&gt;) --&gt;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 { color: red;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&lt;!-- 3. External (file terpisah) --&gt;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 href="style.css"&gt;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0" y="173736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0" y="21396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Cepat, tapi sulit dikelola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2761488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4F4F5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852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638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satu halaman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3785616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4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38770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41879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 &amp; dipakai ulang — disarankan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 aturan CSS &amp; selector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114800" cy="2743200"/>
          </a:xfrm>
          <a:prstGeom prst="roundRect">
            <a:avLst>
              <a:gd name="adj" fmla="val 266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37124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selector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property: value;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navy;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32px;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9204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jenis selector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92040" y="2148840"/>
            <a:ext cx="37033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sp>
        <p:nvSpPr>
          <p:cNvPr id="8" name="Text 6"/>
          <p:cNvSpPr/>
          <p:nvPr/>
        </p:nvSpPr>
        <p:spPr>
          <a:xfrm>
            <a:off x="5074920" y="21488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14884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 nama elemen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92040" y="2898648"/>
            <a:ext cx="37033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289864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.judul { 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89864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 class (bisa dipakai ulang)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92040" y="3648456"/>
            <a:ext cx="37033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364845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 { 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364845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 id (unik, satu saja)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 dasar: warna, font, teks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937760" cy="2834640"/>
          </a:xfrm>
          <a:prstGeom prst="roundRect">
            <a:avLst>
              <a:gd name="adj" fmla="val 2581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5354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#333333;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#ffffff;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Arial, sans-serif;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16px;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line-height: 1.6;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text-align: center;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60720" y="16916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0" y="19293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teks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21671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0" y="24048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latar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26426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28803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 huruf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31181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33558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huruf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35935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38313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antar baris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4069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43068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perataan teks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Model &amp; Styling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elemen adalah sebuah kotak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 model: kotak di dalam kotak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206240" cy="3017520"/>
          </a:xfrm>
          <a:prstGeom prst="roundRect">
            <a:avLst>
              <a:gd name="adj" fmla="val 1212"/>
            </a:avLst>
          </a:prstGeom>
          <a:solidFill>
            <a:srgbClr val="FEE2E2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550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43000" y="2057400"/>
            <a:ext cx="3200400" cy="2103120"/>
          </a:xfrm>
          <a:prstGeom prst="roundRect">
            <a:avLst>
              <a:gd name="adj" fmla="val 1739"/>
            </a:avLst>
          </a:prstGeom>
          <a:solidFill>
            <a:srgbClr val="18181B"/>
          </a:solidFill>
          <a:ln/>
        </p:spPr>
      </p:sp>
      <p:sp>
        <p:nvSpPr>
          <p:cNvPr id="7" name="Text 5"/>
          <p:cNvSpPr/>
          <p:nvPr/>
        </p:nvSpPr>
        <p:spPr>
          <a:xfrm>
            <a:off x="1252728" y="2112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63040" y="2423160"/>
            <a:ext cx="2560320" cy="1371600"/>
          </a:xfrm>
          <a:prstGeom prst="roundRect">
            <a:avLst>
              <a:gd name="adj" fmla="val 2667"/>
            </a:avLst>
          </a:prstGeom>
          <a:solidFill>
            <a:srgbClr val="DCFCE7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74520" y="2788920"/>
            <a:ext cx="1737360" cy="640080"/>
          </a:xfrm>
          <a:prstGeom prst="roundRect">
            <a:avLst>
              <a:gd name="adj" fmla="val 5714"/>
            </a:avLst>
          </a:prstGeom>
          <a:solidFill>
            <a:srgbClr val="EF3B2D"/>
          </a:solidFill>
          <a:ln/>
        </p:spPr>
      </p:sp>
      <p:sp>
        <p:nvSpPr>
          <p:cNvPr id="11" name="Text 9"/>
          <p:cNvSpPr/>
          <p:nvPr/>
        </p:nvSpPr>
        <p:spPr>
          <a:xfrm>
            <a:off x="1874520" y="2788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1764792"/>
            <a:ext cx="256032" cy="256032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17373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elemen (teks/gambar)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94960" y="2331720"/>
            <a:ext cx="256032" cy="256032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60720" y="23042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2304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dalam, isi ke border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94960" y="2898648"/>
            <a:ext cx="256032" cy="256032"/>
          </a:xfrm>
          <a:prstGeom prst="ellipse">
            <a:avLst/>
          </a:prstGeom>
          <a:solidFill>
            <a:srgbClr val="18181B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28712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287121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garis tepi elemen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394960" y="3465576"/>
            <a:ext cx="256032" cy="256032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34381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34381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luar, ke elemen lain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9496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dari dalam ke luar: content → padding → border → margin.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2 · GUIDED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Menerapkan box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937760" cy="2834640"/>
          </a:xfrm>
          <a:prstGeom prst="roundRect">
            <a:avLst>
              <a:gd name="adj" fmla="val 2581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5354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.kartu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20px;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16px;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2px solid navy;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8px;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#f4f4f5;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300px;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182880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F4F4F5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border-radius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22128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menyudutkan / membulatkan sudut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274320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F4F4F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 / height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31272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lebar &amp; tinggi elemen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3657600"/>
            <a:ext cx="2834640" cy="777240"/>
          </a:xfrm>
          <a:prstGeom prst="roundRect">
            <a:avLst>
              <a:gd name="adj" fmla="val 7059"/>
            </a:avLst>
          </a:prstGeom>
          <a:solidFill>
            <a:srgbClr val="F4F4F5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3749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40416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latar kotak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Layout: Flexbox &amp; Grid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elemen berdampingan dengan mudah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Flexbox: menata dalam satu baris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0" cy="2286000"/>
          </a:xfrm>
          <a:prstGeom prst="roundRect">
            <a:avLst>
              <a:gd name="adj" fmla="val 32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16966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justify-content: space-between;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align-items: center;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16px;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49240" y="1737360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F4F4F5"/>
          </a:solidFill>
          <a:ln w="12700">
            <a:solidFill>
              <a:srgbClr val="E4E4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32120" y="214884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EF3B2D"/>
          </a:solidFill>
          <a:ln/>
        </p:spPr>
      </p:sp>
      <p:sp>
        <p:nvSpPr>
          <p:cNvPr id="8" name="Text 6"/>
          <p:cNvSpPr/>
          <p:nvPr/>
        </p:nvSpPr>
        <p:spPr>
          <a:xfrm>
            <a:off x="5532120" y="2148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19672" y="214884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EF3B2D"/>
          </a:solidFill>
          <a:ln/>
        </p:spPr>
      </p:sp>
      <p:sp>
        <p:nvSpPr>
          <p:cNvPr id="10" name="Text 8"/>
          <p:cNvSpPr/>
          <p:nvPr/>
        </p:nvSpPr>
        <p:spPr>
          <a:xfrm>
            <a:off x="6519672" y="2148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507224" y="214884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EF3B2D"/>
          </a:solidFill>
          <a:ln/>
        </p:spPr>
      </p:sp>
      <p:sp>
        <p:nvSpPr>
          <p:cNvPr id="12" name="Text 10"/>
          <p:cNvSpPr/>
          <p:nvPr/>
        </p:nvSpPr>
        <p:spPr>
          <a:xfrm>
            <a:off x="7507224" y="214884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49240" y="3200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flex membuat elemen berjajar; gap memberi jarak antar-item.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 posisi horizontal (kiri, tengah, rata)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54880" y="41148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 posisi vertikal (atas, tengah, bawah)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Grid: menata dalam baris &amp; kolom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169664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.galeri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1fr 1fr 1fr;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16px;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49240" y="1737360"/>
            <a:ext cx="960120" cy="731520"/>
          </a:xfrm>
          <a:prstGeom prst="roundRect">
            <a:avLst>
              <a:gd name="adj" fmla="val 6250"/>
            </a:avLst>
          </a:prstGeom>
          <a:solidFill>
            <a:srgbClr val="EF3B2D"/>
          </a:solidFill>
          <a:ln/>
        </p:spPr>
      </p:sp>
      <p:sp>
        <p:nvSpPr>
          <p:cNvPr id="7" name="Shape 5"/>
          <p:cNvSpPr/>
          <p:nvPr/>
        </p:nvSpPr>
        <p:spPr>
          <a:xfrm>
            <a:off x="6446520" y="1737360"/>
            <a:ext cx="960120" cy="731520"/>
          </a:xfrm>
          <a:prstGeom prst="roundRect">
            <a:avLst>
              <a:gd name="adj" fmla="val 6250"/>
            </a:avLst>
          </a:prstGeom>
          <a:solidFill>
            <a:srgbClr val="FCA5A5"/>
          </a:solidFill>
          <a:ln/>
        </p:spPr>
      </p:sp>
      <p:sp>
        <p:nvSpPr>
          <p:cNvPr id="8" name="Shape 6"/>
          <p:cNvSpPr/>
          <p:nvPr/>
        </p:nvSpPr>
        <p:spPr>
          <a:xfrm>
            <a:off x="7543800" y="1737360"/>
            <a:ext cx="960120" cy="731520"/>
          </a:xfrm>
          <a:prstGeom prst="roundRect">
            <a:avLst>
              <a:gd name="adj" fmla="val 6250"/>
            </a:avLst>
          </a:prstGeom>
          <a:solidFill>
            <a:srgbClr val="EF3B2D"/>
          </a:solidFill>
          <a:ln/>
        </p:spPr>
      </p:sp>
      <p:sp>
        <p:nvSpPr>
          <p:cNvPr id="9" name="Shape 7"/>
          <p:cNvSpPr/>
          <p:nvPr/>
        </p:nvSpPr>
        <p:spPr>
          <a:xfrm>
            <a:off x="5349240" y="2606040"/>
            <a:ext cx="960120" cy="731520"/>
          </a:xfrm>
          <a:prstGeom prst="roundRect">
            <a:avLst>
              <a:gd name="adj" fmla="val 6250"/>
            </a:avLst>
          </a:prstGeom>
          <a:solidFill>
            <a:srgbClr val="FCA5A5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606040"/>
            <a:ext cx="960120" cy="731520"/>
          </a:xfrm>
          <a:prstGeom prst="roundRect">
            <a:avLst>
              <a:gd name="adj" fmla="val 6250"/>
            </a:avLst>
          </a:prstGeom>
          <a:solidFill>
            <a:srgbClr val="EF3B2D"/>
          </a:solidFill>
          <a:ln/>
        </p:spPr>
      </p:sp>
      <p:sp>
        <p:nvSpPr>
          <p:cNvPr id="11" name="Shape 9"/>
          <p:cNvSpPr/>
          <p:nvPr/>
        </p:nvSpPr>
        <p:spPr>
          <a:xfrm>
            <a:off x="7543800" y="2606040"/>
            <a:ext cx="960120" cy="731520"/>
          </a:xfrm>
          <a:prstGeom prst="roundRect">
            <a:avLst>
              <a:gd name="adj" fmla="val 6250"/>
            </a:avLst>
          </a:prstGeom>
          <a:solidFill>
            <a:srgbClr val="FCA5A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grid-template-columns: 1fr 1fr 1fr → tiga kolom sama lebar.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untuk satu arah (baris/kolom); Grid untuk dua arah sekaligus.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Responsif &amp; Mini-project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halaman, enak dilihat di HP &amp; desktop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Membuat halaman responsif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71830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unit relatif, bukan px kaku */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width: 100%;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max-width: 600px;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font-size: 1.2rem;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media query: aturan khusus layar kecil */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768px)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.container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flex-direction: column;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0" y="17830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72200" y="205740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0216" y="21854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6656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66560" y="23317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menyamping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0" y="320040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8181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347472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216" y="360273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66560" y="3429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766560" y="37490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menumpuk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4 · MINI-PROJECT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Percantik profil.html dari Hari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Pakai file CSS external (style.css)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 warna, font, dan ukuran teks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padding &amp; margin yang rapi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&amp; form tertata dengan border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Navigasi berjajar pakai Flexbox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Responsif: rapi di HP &amp; desktop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Kriteria lulus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3591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terpisah di file sendiri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9626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9352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rapi, berwarna, konsisten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56616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35387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jarak (padding/margin) yang enak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169664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03520" y="4142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berantakan saat layar diperkecil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6492240" y="2743200"/>
            <a:ext cx="2560320" cy="2560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5 · PENUTUP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pulang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Sekilas framework CSS (utility class)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" y="2157984"/>
            <a:ext cx="471830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Tailwind: styling lewat class --&gt;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class="flex gap-4 p-4 bg-gray-100"&gt;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 class="text-2xl font-bold"&gt;Judul&lt;/h1&gt;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85216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Titik rawan pemula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70448" y="20116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hubungkan file CSS (&lt;link&gt;)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nama selector (. vs #)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Lupa satuan (px, rem)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Tabrakan margin &amp; padding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06908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2727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245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40690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Besok — Hari 3: </a:t>
            </a:r>
            <a:pPr indent="0" marL="0">
              <a:buNone/>
            </a:pPr>
            <a:r>
              <a:rPr lang="en-US" sz="13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 buat halaman 'hidup' &amp; interaktif dengan JavaScript.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Ajar Hari 2 - CSS &amp; Layout Responsif</dc:title>
  <dc:subject>PptxGenJS Presentation</dc:subject>
  <dc:creator>PT LPK Mentorbox Indonesia</dc:creator>
  <cp:lastModifiedBy>PT LPK Mentorbox Indonesia</cp:lastModifiedBy>
  <cp:revision>1</cp:revision>
  <dcterms:created xsi:type="dcterms:W3CDTF">2026-07-05T22:56:49Z</dcterms:created>
  <dcterms:modified xsi:type="dcterms:W3CDTF">2026-07-05T22:56:49Z</dcterms:modified>
</cp:coreProperties>
</file>