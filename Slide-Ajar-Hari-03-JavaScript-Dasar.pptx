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6492240" y="1188720"/>
            <a:ext cx="2651760" cy="2651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196596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3 DARI 15  ·  FASE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Dasar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66928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halaman hidup &amp; interaktif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sesi, delapan jam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JS: variabel &amp; operator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Logika: kondisi, perulangan, fungsi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&amp; object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DOM, event &amp; mini-project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penutup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hari, kamu bisa…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variabel &amp; tipe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let, const, string, number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operator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&amp; perbandingan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alur program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if/else, switch, perulangan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fungsi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&amp; return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data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&amp; object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halaman interaktif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event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Mengenal JavaScript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Menghidupkan halaman yang sudah dibangun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membuat halaman 'hidup'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79192" cy="1965960"/>
          </a:xfrm>
          <a:prstGeom prst="roundRect">
            <a:avLst>
              <a:gd name="adj" fmla="val 4186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2476" y="1938528"/>
            <a:ext cx="731520" cy="73152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302" y="2143354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6148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12724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92424" y="1691640"/>
            <a:ext cx="2679192" cy="1965960"/>
          </a:xfrm>
          <a:prstGeom prst="roundRect">
            <a:avLst>
              <a:gd name="adj" fmla="val 4186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66260" y="1938528"/>
            <a:ext cx="731520" cy="73152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086" y="2143354"/>
            <a:ext cx="321869" cy="3218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92424" y="276148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392424" y="312724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36208" y="1691640"/>
            <a:ext cx="2679192" cy="1965960"/>
          </a:xfrm>
          <a:prstGeom prst="roundRect">
            <a:avLst>
              <a:gd name="adj" fmla="val 4186"/>
            </a:avLst>
          </a:prstGeom>
          <a:solidFill>
            <a:srgbClr val="18181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10044" y="1938528"/>
            <a:ext cx="731520" cy="73152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870" y="2143354"/>
            <a:ext cx="321869" cy="3218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6208" y="276148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236208" y="312724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Interaksi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 rumah: HTML bangun rumah, CSS mengecat, JavaScript memasang listrik — lampu menyala saat sakelar ditekan.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GUIDED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Memasang JavaScript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71830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file terpisah (disarankan) --&gt;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src="script.js"&gt;&lt;/script&gt;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atau langsung di HTML --&gt;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console.log("Halo dari JavaScript!");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52160" y="164592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6053328" y="1847088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1975104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1847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53328" y="24688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Mencetak pesan ke Console browser (buka lewat F12 → tab Console). Alat utama untuk memeriksa kode.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Letakkan &lt;script&gt; di bagian bawah &lt;body&gt; agar HTML termuat lebih dulu.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Variabel, tipe data &amp; operator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80974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nama = "Budi";      //c string (teks)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umur = 25;         //c number (angka)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aktif = true;        //c boolean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total = 10 + 5;      //c 15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sapaan = "Halo " + nama;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console.log(umur &gt;= 18); //c true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0" y="19933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yang bisa berubah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2395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tetap (konstanta)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054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0" y="3310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hitung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37124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&gt;  &lt;  &gt;=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0" y="3968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perbandingan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Logika &amp; Alur Program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program mengambil keputusan &amp; mengulang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Percabangan: if / else &amp; switch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37124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nilai = 80;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(nilai &gt;= 75)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console.log("Lulus");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console.log("Belum lulus");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645920"/>
            <a:ext cx="3749040" cy="2743200"/>
          </a:xfrm>
          <a:prstGeom prst="roundRect">
            <a:avLst>
              <a:gd name="adj" fmla="val 2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47488" y="1792224"/>
            <a:ext cx="3346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(hari)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"Senin":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console.log("Awal pekan");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console.log("Hari lain");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Perulangan: for &amp; while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371246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mengulang 5 kali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5; i++)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645920"/>
            <a:ext cx="3749040" cy="1920240"/>
          </a:xfrm>
          <a:prstGeom prst="roundRect">
            <a:avLst>
              <a:gd name="adj" fmla="val 381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47488" y="1792224"/>
            <a:ext cx="33467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 = 1;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 &lt;= 5)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console.log(n);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n++;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Perulangan menjalankan blok kode berkali-kali tanpa menulis ulang — inti otomatisasi.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Fungsi: blok kode yang dipakai ulang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7183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sapa(nama)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"Halo, " + nama + "!";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console.log(sapa("Budi"));   //c Halo, Budi!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console.log(sapa("Andi"));   //c Halo, Andi!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52160" y="1783080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016752" y="178308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86600" y="178308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fungsi (nama)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52160" y="253288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sp>
        <p:nvSpPr>
          <p:cNvPr id="10" name="Text 8"/>
          <p:cNvSpPr/>
          <p:nvPr/>
        </p:nvSpPr>
        <p:spPr>
          <a:xfrm>
            <a:off x="6016752" y="253288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86600" y="253288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yang dikembalikan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3282696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6016752" y="328269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memanggil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86600" y="328269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sapa("Budi")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&amp; Object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banyak data dalam satu wadah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Array: daftar berurutan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9926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buah = ["apel", "jeruk", "mangga"];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console.log(buah[0]);      //c apel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console.log(buah.length);  //c 3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buah.push("pisang");       //c tambah item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buah.forEach(function (item)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console.log(item);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0" y="1783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buah[0]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2020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item (mulai dari 0)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0" y="2441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.length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2679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item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0" y="3099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.push()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item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0" y="37581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.forEach()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3995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ulangi tiap item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Object: data berpasangan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7183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siswa =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nama: "Budi",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umur: 20,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aktif: true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console.log(siswa.nama);   //c Budi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siswa.umur = 21;           //c ubah nilai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52160" y="173736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053328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vs Object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53328" y="22860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berurutan, diakses lewat angka (index)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pasangan nama–nilai, diakses lewat nama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 &amp; Interaksi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JavaScript dengan halaman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DOM: memilih &amp; mengubah elemen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2194560"/>
          </a:xfrm>
          <a:prstGeom prst="roundRect">
            <a:avLst>
              <a:gd name="adj" fmla="val 333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26694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memilih elemen dari HTML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judul = document.querySelector("#judul");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mengubah isi &amp; gaya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judul.textContent = "Teks baru";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judul.style.color = "red";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6510528" y="1938528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4" y="2066544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19385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10528" y="2514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JavaScript 'menyentuh' elemen HTML: membaca, mengubah teks, gaya, atau menghapusnya.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4023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 memakai penulisan selector CSS: "#id", ".class", "tag".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Event: merespons aksi pengguna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2011680"/>
          </a:xfrm>
          <a:prstGeom prst="roundRect">
            <a:avLst>
              <a:gd name="adj" fmla="val 3636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26694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tombol = document.querySelector("#tombol");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tombol.addEventListener("click", function ()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alert("Tombol diklik!");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473952" y="17830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0" y="17830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elemen diklik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2441448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24414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0" y="244144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isian berubah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3099816"/>
            <a:ext cx="228600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309981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0" y="309981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form dikirim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menjalankan fungsi setiap kali aksi tertentu terjadi.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Mini-project: To-Do List interaktif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teks + tombol "Tambah"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→ item masuk ke daftar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item punya tombol "Hapus"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disimpan dalam array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DOM + event dari sesi ini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yang dipakai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3591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&amp; array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8346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31012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DOM: querySelector, ubah isi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856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3520" y="3758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click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26110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3520" y="4233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Perulangan untuk tampilkan daftar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6309360" y="28346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5 · 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pulang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rawan pemula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huruf besar/kecil (getElementById ≠ ...)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kurung/kurawal atau titik koma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array mulai dari 0, bukan 1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 di atas HTML → elemen belum ada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06908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245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0690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Besok — Hari 4: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ke sisi server dengan PHP — awal dari back-end.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3 - JavaScript Dasar</dc:title>
  <dc:subject>PptxGenJS Presentation</dc:subject>
  <dc:creator>PT LPK Mentorbox Indonesia</dc:creator>
  <cp:lastModifiedBy>PT LPK Mentorbox Indonesia</cp:lastModifiedBy>
  <cp:revision>1</cp:revision>
  <dcterms:created xsi:type="dcterms:W3CDTF">2026-07-05T23:04:29Z</dcterms:created>
  <dcterms:modified xsi:type="dcterms:W3CDTF">2026-07-05T23:04:29Z</dcterms:modified>
</cp:coreProperties>
</file>