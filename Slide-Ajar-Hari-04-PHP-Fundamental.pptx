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5989320" y="1554480"/>
            <a:ext cx="3063240" cy="3063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196596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4 DARI 15  ·  FASE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66928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ke sisi server — awal dari back-end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sesi, delapan jam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PHP &amp; setup server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Operator, kondisi &amp; perulangan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&amp; array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proses server &amp; mini-project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penutup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cara kerja PHP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diproses di server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server lokal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Laragon / XAMPP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sintaks dasar PHP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echo, variabel, tipe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alur &amp; perulangan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switch, for, foreach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fungsi &amp; array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&amp; associative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Memproses data form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$_POST, $_GET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Mengenal PHP &amp; Setup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Berpindah dari browser (front-end) ke server (back-end)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dikerjakan di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8181B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2148840"/>
            <a:ext cx="548640" cy="54864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9539" y="23024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terima HTML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35040" y="196596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EF3B2D"/>
          </a:solidFill>
          <a:ln/>
        </p:spPr>
      </p:sp>
      <p:sp>
        <p:nvSpPr>
          <p:cNvPr id="10" name="Shape 7"/>
          <p:cNvSpPr/>
          <p:nvPr/>
        </p:nvSpPr>
        <p:spPr>
          <a:xfrm>
            <a:off x="6949440" y="2148840"/>
            <a:ext cx="548640" cy="548640"/>
          </a:xfrm>
          <a:prstGeom prst="ellipse">
            <a:avLst/>
          </a:prstGeom>
          <a:solidFill>
            <a:srgbClr val="18181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059" y="23024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3504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03504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PHP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00400" y="2377440"/>
            <a:ext cx="2834640" cy="0"/>
          </a:xfrm>
          <a:prstGeom prst="line">
            <a:avLst/>
          </a:prstGeom>
          <a:noFill/>
          <a:ln w="31750">
            <a:solidFill>
              <a:srgbClr val="27272A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320040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0" y="3108960"/>
            <a:ext cx="2834640" cy="0"/>
          </a:xfrm>
          <a:prstGeom prst="line">
            <a:avLst/>
          </a:prstGeom>
          <a:noFill/>
          <a:ln w="31750">
            <a:solidFill>
              <a:srgbClr val="EF3B2D"/>
            </a:solidFill>
            <a:prstDash val="solid"/>
            <a:headEnd type="triangle"/>
          </a:ln>
        </p:spPr>
      </p:sp>
      <p:sp>
        <p:nvSpPr>
          <p:cNvPr id="17" name="Text 13"/>
          <p:cNvSpPr/>
          <p:nvPr/>
        </p:nvSpPr>
        <p:spPr>
          <a:xfrm>
            <a:off x="3200400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hasil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tidak pernah melihat kode PHP — server menjalankannya lalu mengirim HTML jadi.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Menyiapkan server lokal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754880" cy="777240"/>
          </a:xfrm>
          <a:prstGeom prst="roundRect">
            <a:avLst>
              <a:gd name="adj" fmla="val 8235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65376"/>
            <a:ext cx="420624" cy="42062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295" y="1983151"/>
            <a:ext cx="185075" cy="185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801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98448" y="2112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yang melayani halaman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87752"/>
            <a:ext cx="4754880" cy="777240"/>
          </a:xfrm>
          <a:prstGeom prst="roundRect">
            <a:avLst>
              <a:gd name="adj" fmla="val 8235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761488"/>
            <a:ext cx="420624" cy="42062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95" y="2879263"/>
            <a:ext cx="185075" cy="185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298448" y="3008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kode di server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483864"/>
            <a:ext cx="4754880" cy="777240"/>
          </a:xfrm>
          <a:prstGeom prst="roundRect">
            <a:avLst>
              <a:gd name="adj" fmla="val 8235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657600"/>
            <a:ext cx="420624" cy="42062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95" y="3775375"/>
            <a:ext cx="185075" cy="185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3593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298448" y="3904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(dipakai mulai Hari 6)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77840" y="1691640"/>
            <a:ext cx="3017520" cy="2377440"/>
          </a:xfrm>
          <a:prstGeom prst="roundRect">
            <a:avLst>
              <a:gd name="adj" fmla="val 3077"/>
            </a:avLst>
          </a:prstGeom>
          <a:solidFill>
            <a:srgbClr val="18181B"/>
          </a:solidFill>
          <a:ln/>
        </p:spPr>
      </p:sp>
      <p:sp>
        <p:nvSpPr>
          <p:cNvPr id="20" name="Text 15"/>
          <p:cNvSpPr/>
          <p:nvPr/>
        </p:nvSpPr>
        <p:spPr>
          <a:xfrm>
            <a:off x="580644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Laragon (disarankan)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806440" y="228600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lengkap Apache + PHP + MySQL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Taruh proyek di folder www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lewat http://localhost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harus berakhiran .php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Sintaks dasar &amp; echo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80974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"Halo Dunia!";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$nama = "Budi";   //c variabel diawali $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$umur = 25;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"Nama: " . $nama;  //c . gabung teks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0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?&gt;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0" y="1993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 blok kode PHP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2395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teks ke halaman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054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0" y="3310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diawali tanda $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37124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0" y="3968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 teks (bukan +)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Operator, Kondisi &amp; Perulangan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program di sisi server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&amp; percabangan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71830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$total = 10 + 5;          //c 15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$sapaan = "Halo " . $nama;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$nilai = 80;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($nilai &gt;= 75)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"Lulus";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"Belum lulus";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2160" y="1737360"/>
            <a:ext cx="2743200" cy="2468880"/>
          </a:xfrm>
          <a:prstGeom prst="roundRect">
            <a:avLst>
              <a:gd name="adj" fmla="val 2963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053328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 dari JavaScript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53328" y="228600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diawali </a:t>
            </a:r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 teks pakai 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(titik),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+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baris diakhiri 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Perulangan: for &amp; foreach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38039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for: mengulang dengan penghitung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($i = 1; $i &lt;= 5; $i++)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$i;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164592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47488" y="1792224"/>
            <a:ext cx="33467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foreach: menelusuri array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($buah as $item)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$item;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adalah cara paling umum menelusuri isi array di PHP.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&amp; Array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Membungkus logika &amp; menyimpan banyak data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Fungsi: buatan sendiri &amp; bawaan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08406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fungsi buatan sendiri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sapa($nama)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"Halo, " . $nama;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sapa("Budi");   //c Halo, Budi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fungsi bawaan PHP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strtoupper("budi");  //c BUDI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count($buah);        //c jumlah item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172200" y="17830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strtoupper()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72200" y="2020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huruf besar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72200" y="24414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strlen()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72200" y="2679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panjang teks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72200" y="30998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72200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item array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72200" y="37581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date()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3995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&amp; waktu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Array: indexed &amp; associative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3017520"/>
          </a:xfrm>
          <a:prstGeom prst="roundRect">
            <a:avLst>
              <a:gd name="adj" fmla="val 2424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indexed — diakses lewat angka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$buah = ["apel", "jeruk", "mangga"];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$buah[0];        //c apel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associative — diakses lewat nama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$siswa = [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"nama" =&gt; "Budi",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"umur" =&gt; 20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$siswa["nama"];  //c Budi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920240"/>
            <a:ext cx="1965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biasa, kunci berupa angka (0,1,2…)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berupa nama (=&gt;), seperti label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&amp; Proses Server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Menerima dan mengolah data dari pengguna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Memproses data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46504"/>
            <a:ext cx="375818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form.html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action="proses.php" method="POST"&gt;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name="nama"&gt;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&lt;button&gt;Kirim&lt;/button&gt;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892040" y="160020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93208" y="1746504"/>
            <a:ext cx="330098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proses.php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$nama = $_POST["nama"];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"Halo, " . $nama;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20240" y="37947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 (tersembunyi, untuk kirim data)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178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$_GET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20240" y="41788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lewat URL (terlihat di alamat)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Memecah file: include &amp; require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37944"/>
            <a:ext cx="50840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 "header.php";   //c sisipkan file lain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 "koneksi.php";  //c wajib ada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3977640" cy="1005840"/>
          </a:xfrm>
          <a:prstGeom prst="roundRect">
            <a:avLst>
              <a:gd name="adj" fmla="val 6364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
</a:t>
            </a:r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file hilang → peringatan, program lanjut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3474720"/>
            <a:ext cx="3977640" cy="1005840"/>
          </a:xfrm>
          <a:prstGeom prst="roundRect">
            <a:avLst>
              <a:gd name="adj" fmla="val 6364"/>
            </a:avLst>
          </a:prstGeom>
          <a:solidFill>
            <a:srgbClr val="F4F4F5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
</a:t>
            </a:r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file hilang → error, program berhenti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Berguna untuk memakai ulang bagian yang sama (header, menu, koneksi) di banyak halaman.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pendaftaran + halaman hasil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isian: nama, email, jurusan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ke proses.php (method POST)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proses.php membaca $_POST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kembali data yang dikirim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dipisah dengan include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yang dipakai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3591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&amp; echo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8346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associative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3101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$_POST untuk baca form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856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3758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untuk header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26110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352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untuk validasi kosong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400800" y="2834640"/>
            <a:ext cx="2651760" cy="2651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rawan pemula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tanda $ di depan variabel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+ untuk gabung teks (harusnya .)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titik koma ; di akhir baris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.html tidak menjalankan PHP (harus .php)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lewat localhost, bukan klik file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702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114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5: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OOP &amp; Composer — fondasi wajib sebelum Laravel.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4 - PHP Fundamental</dc:title>
  <dc:subject>PptxGenJS Presentation</dc:subject>
  <dc:creator>PT LPK Mentorbox Indonesia</dc:creator>
  <cp:lastModifiedBy>PT LPK Mentorbox Indonesia</cp:lastModifiedBy>
  <cp:revision>1</cp:revision>
  <dcterms:created xsi:type="dcterms:W3CDTF">2026-07-05T23:13:33Z</dcterms:created>
  <dcterms:modified xsi:type="dcterms:W3CDTF">2026-07-05T23:13:33Z</dcterms:modified>
</cp:coreProperties>
</file>