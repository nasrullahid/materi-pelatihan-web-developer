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126480" y="1691640"/>
            <a:ext cx="283464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5 DARI 15  ·  FASE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OOP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Composer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kode rapi — fondasi wajib sebelum Laravel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OOP: class &amp; object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&amp; encapsulation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interface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Composer &amp; proyek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untuk Laravel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class &amp; object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method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constructor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object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encapsulation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public/private/protected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inheritance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&amp; interface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Composer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&amp; autoload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kaitan ke Laravel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OOP wajib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Membungkus data &amp; perilaku dalam satu unit rapi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OOP?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PROSEDURAL (Hari 4)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fungsi terpisah</a:t>
            </a:r>
            <a:endParaRPr lang="en-US" sz="13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gampang berulang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Susah dirawat saat membesar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274320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6786" y="2884018"/>
            <a:ext cx="221285" cy="221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(hari ini)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21208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perilaku dibungkus jadi satu</a:t>
            </a:r>
            <a:endParaRPr lang="en-US" sz="13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Sekali dibuat, dipakai berulang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 &amp; mudah dikembangkan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class = cetakan kue, object = kue yang dicetak. Satu cetakan, banyak kue.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&amp; Object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8097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$nama;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$harga;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tampil()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$this-&gt;nama;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Produk();   //c membuat object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$p-&gt;nama = "Buku";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$p-&gt;tampil();   //c Buku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0" y="2039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cetakan / blueprint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2724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object dari class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3410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menunjuk object saat ini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4096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property / method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&amp; Encapsulation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object &amp; melindungi datanya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Constructor: menyiapkan object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$nama;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$harga;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__construct($nama, $harga)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$this-&gt;nama = $nama;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$this-&gt;harga = $harga;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Produk("Buku", 50000);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__construct()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khusus yang otomatis berjalan saat object dibuat dengan new — cocok untuk mengisi nilai awal.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Encapsulation: melindungi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Akun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$saldo = 0;   //c hanya diakses dari dalam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setor($jumlah)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$this-&gt;saldo += $jumlah;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cekSaldo()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$this-&gt;saldo;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291072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1072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diakses dari mana saja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269748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6291072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91072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di dalam class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91072" y="3950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ini &amp; turunannya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&amp; Interface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Mewarisi &amp; menyeragamkan perilaku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Inheritance: pewarisan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08406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Hewan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bernapas()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"bernapas";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Kucing extends Hewan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suara()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"Meong";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$k = new Kucing();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$k-&gt;bernapas();  //c warisan dari Hewan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$k-&gt;suara();     //c Meong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8288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3317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anak mewarisi semua property &amp; method induknya, lalu bisa menambah miliknya sendiri.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Interface: kontrak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3017520"/>
          </a:xfrm>
          <a:prstGeom prst="roundRect">
            <a:avLst>
              <a:gd name="adj" fmla="val 2424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Bentuk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luas();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Persegi implements Bentuk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__construct($sisi)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$this-&gt;sisi = $sisi;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luas()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$this-&gt;sisi * $this-&gt;sisi;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method yang WAJIB dipunyai class pemakainya — semacam kontrak. Menjaga konsistensi.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Namespace, Composer &amp; Proyek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banyak file &amp; memakai paket orang lain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&amp; autoloading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app/Produk.php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App;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 { /* ... */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lain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App\Produk;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Produk();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9659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'alamat' class agar tak bentrok nama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autoload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dimuat otomatis saat dipakai — tak perlu include satu-satu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Composer: manajer paket PHP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terminal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init          # membuat proyek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guzzlehttp/guzzle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       # pasang dari composer.json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kode PHP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"vendor/autoload.php";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18181B"/>
          </a:solidFill>
          <a:ln/>
        </p:spPr>
      </p:sp>
      <p:sp>
        <p:nvSpPr>
          <p:cNvPr id="7" name="Shape 5"/>
          <p:cNvSpPr/>
          <p:nvPr/>
        </p:nvSpPr>
        <p:spPr>
          <a:xfrm>
            <a:off x="6510528" y="19659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10528" y="2514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&amp; mengelola paket (library) PHP buatan orang lain. Laravel sendiri dipasang lewat Composer.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vendor/ berisi semua paket — inilah 'banyak file' yang butuh inode besar saat deploy Laravel.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Mini-project: Manajemen Produk (OOP)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Produk (nama, harga, stok)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mengisi nilai awal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tampil() &amp; totalNilai()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beberapa object produk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dalam array &amp; tampilkan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yang dipakai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object, $this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method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berisi object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untuk menampilkan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KAITAN KE LARAVEL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Laravel, semuanya adalah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83664"/>
            <a:ext cx="480974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ProdukController extends Controller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index()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view("produk.index");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Produk extends Model { /* ... */ 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0" y="178308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kamu pelajari hari ini: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object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(Controller, Model)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&amp; constructor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&amp; Composer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OOP, kode Laravel akan terasa asing. Dengan OOP, semuanya masuk akal.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92240" y="283464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0574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$this-&gt; saat akses property dalam class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Tertukar -&gt; (object) dengan =&gt; (array)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new saat membuat object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file/namespace tak sesuai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6: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SQL — tempat data disimpan permanen.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5 - PHP OOP &amp; Composer</dc:title>
  <dc:subject>PptxGenJS Presentation</dc:subject>
  <dc:creator>PT LPK Mentorbox Indonesia</dc:creator>
  <cp:lastModifiedBy>PT LPK Mentorbox Indonesia</cp:lastModifiedBy>
  <cp:revision>1</cp:revision>
  <dcterms:created xsi:type="dcterms:W3CDTF">2026-07-05T23:24:18Z</dcterms:created>
  <dcterms:modified xsi:type="dcterms:W3CDTF">2026-07-05T23:24:18Z</dcterms:modified>
</cp:coreProperties>
</file>