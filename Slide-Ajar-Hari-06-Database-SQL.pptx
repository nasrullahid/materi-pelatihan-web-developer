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217920" y="173736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6 DARI 15  ·  FASE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SQL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secara permanen dengan MySQL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database &amp; membuat tabel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dengan SQL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lanjutan &amp; agregasi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Relasi, JOIN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konsep RDBMS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tabel, kolom, baris, key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database &amp; tabel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CRUD SQL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SELECT, UPDATE, DELETE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Menyaring &amp; mengurutkan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ORDER BY, LIMIT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Meringkas data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GROUP BY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tabel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&amp; JOIN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Database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data disimpan permanen — tak hilang saat program tutup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tersusun dalam tabel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22960" cy="502920"/>
          </a:xfrm>
          <a:prstGeom prst="rect">
            <a:avLst/>
          </a:prstGeom>
          <a:solidFill>
            <a:srgbClr val="EF3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920240"/>
            <a:ext cx="1828800" cy="502920"/>
          </a:xfrm>
          <a:prstGeom prst="rect">
            <a:avLst/>
          </a:prstGeom>
          <a:solidFill>
            <a:srgbClr val="EF3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1463040" cy="502920"/>
          </a:xfrm>
          <a:prstGeom prst="rect">
            <a:avLst/>
          </a:prstGeom>
          <a:solidFill>
            <a:srgbClr val="EF3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920240"/>
            <a:ext cx="1097280" cy="502920"/>
          </a:xfrm>
          <a:prstGeom prst="rect">
            <a:avLst/>
          </a:prstGeom>
          <a:solidFill>
            <a:srgbClr val="EF3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23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24231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Buku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42316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42316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2926080"/>
            <a:ext cx="822960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2926080"/>
            <a:ext cx="1828800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Pulpen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2926080"/>
            <a:ext cx="1463040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926080"/>
            <a:ext cx="1097280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kolom (field)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baris (record)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7552" y="2532888"/>
            <a:ext cx="502920" cy="274320"/>
          </a:xfrm>
          <a:prstGeom prst="ellipse">
            <a:avLst/>
          </a:prstGeom>
          <a:ln w="25400">
            <a:solidFill>
              <a:srgbClr val="EF3B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— penanda unik tiap baris (id)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database berisi banyak tabel. Kelola lewat phpMyAdmin (bawaan Laragon/XAMPP).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tabel: CREATE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8097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produk (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AUTO_INCREMENT PRIMARY KEY,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nama VARCHAR(100),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harga INT,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stok INT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0" y="1975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bulat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395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2633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maks. 100 karakter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054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naik otomatis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7124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0" y="3950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unik baris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dengan SQL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perintah inti untuk mengelola data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&amp; SELECT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560320"/>
          </a:xfrm>
          <a:prstGeom prst="roundRect">
            <a:avLst>
              <a:gd name="adj" fmla="val 285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menambah data (Create)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produk (nama, harga, stok)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('Buku', 50000, 10);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membaca data (Read)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produk;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nama, harga FROM produk;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6596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baris baru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berarti semua kolom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&amp; DELETE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560320"/>
          </a:xfrm>
          <a:prstGeom prst="roundRect">
            <a:avLst>
              <a:gd name="adj" fmla="val 285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mengubah data (Update)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produk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harga = 55000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menghapus data (Delete)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produk WHERE id = 1;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18181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WHERE itu wajib!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37744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atau DELETE tanpa WHERE akan mengubah / menghapus SEMUA baris. Selalu pastikan WHERE-nya benar.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Lanjutan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Menyaring, mengurutkan, dan meringkas data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Menyaring &amp; mengurutkan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0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69128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menyaring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produk WHERE harga &gt; 10000;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mengurutkan (DESC = besar ke kecil)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produk ORDER BY harga DESC;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membatasi jumlah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produk LIMIT 5;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</a:t>
            </a:r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/ filter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44348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3310128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 </a:t>
            </a:r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 (ASC / DESC)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44348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5961888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 </a:t>
            </a:r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batasi jumlah hasil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Meringkas data: agregasi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menghitung jumlah baris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produk;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menjumlahkan nilai kolom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SUM(stok) FROM produk;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mengelompokkan lalu menghitung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kategori_id, COUNT(*)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produk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kategori_id;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jumlah baris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706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menjumlahkan angka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3392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078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data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&amp; JOIN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tabel yang berkaitan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antar tabel (foreign key)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F4F4F5"/>
          </a:solidFill>
          <a:ln w="19050">
            <a:solidFill>
              <a:srgbClr val="EF3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2377440" cy="457200"/>
          </a:xfrm>
          <a:prstGeom prst="rect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(PK)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F4F4F5"/>
          </a:solidFill>
          <a:ln w="19050">
            <a:solidFill>
              <a:srgbClr val="EF3B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920240"/>
            <a:ext cx="2651760" cy="457200"/>
          </a:xfrm>
          <a:prstGeom prst="rect">
            <a:avLst/>
          </a:prstGeom>
          <a:solidFill>
            <a:srgbClr val="EF3B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5146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(PK)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kategori_id  (FK)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651760"/>
            <a:ext cx="2377440" cy="0"/>
          </a:xfrm>
          <a:prstGeom prst="line">
            <a:avLst/>
          </a:prstGeom>
          <a:noFill/>
          <a:ln w="25400">
            <a:solidFill>
              <a:srgbClr val="27272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1546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(kategori_id) menghubungkan tiap produk ke satu kategori. Satu kategori → banyak produk.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JOIN: menggabung data antar tabel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5449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produk.nama, kategori.nama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produk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kategori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produk.kategori_id = kategori.id;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mengambil data dari dua tabel sekaligus, dicocokkan lewat foreign key.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0" y="17830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/>
        </p:spPr>
      </p:sp>
      <p:sp>
        <p:nvSpPr>
          <p:cNvPr id="8" name="Shape 6"/>
          <p:cNvSpPr/>
          <p:nvPr/>
        </p:nvSpPr>
        <p:spPr>
          <a:xfrm>
            <a:off x="6784848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4" y="209397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84848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nama produk beserta nama kategorinya, dalam satu tabel hasil.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Skema database produk &amp; kategori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kategori (id, nama)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produk dengan kategori_id (FK)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lewat INSERT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CRUD lengkap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query JOIN produk + kategori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2 tabel berelasi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sederhana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query CRUD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JOIN yang berfungsi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dipakai di Laravel (Hari 9)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400800" y="2743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 tanpa WHERE → semua data kena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titik koma ; di akhir perintah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tanpa tanda kutip tunggal '...'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tak cocok dengan id acuan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7: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Laravel! Menyatukan PHP, OOP &amp; database jadi aplikasi.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6 - Database &amp; SQL</dc:title>
  <dc:subject>PptxGenJS Presentation</dc:subject>
  <dc:creator>PT LPK Mentorbox Indonesia</dc:creator>
  <cp:lastModifiedBy>PT LPK Mentorbox Indonesia</cp:lastModifiedBy>
  <cp:revision>1</cp:revision>
  <dcterms:created xsi:type="dcterms:W3CDTF">2026-07-05T23:35:14Z</dcterms:created>
  <dcterms:modified xsi:type="dcterms:W3CDTF">2026-07-05T23:35:14Z</dcterms:modified>
</cp:coreProperties>
</file>