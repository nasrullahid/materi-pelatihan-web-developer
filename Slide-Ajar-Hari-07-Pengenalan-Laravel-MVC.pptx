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035040" y="1463040"/>
            <a:ext cx="3017520" cy="3017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3108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7 DARI 15  ·  FASE 3 DIMULAI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&amp; MVC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PHP, OOP &amp; database jadi aplikasi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Laravel &amp; instalasi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MVC &amp; request lifecycle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Artisan CLI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apa itu framework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keunggulan Laravel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Menginstal Laravel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Composer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struktur folder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app, resources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konsep MVC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Model–View–Controller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route dasar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web.php &amp; parameter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Git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add, commit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Laravel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paling populer — menyatukan semua fondasi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pakai framework?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MURNI (Hari 4–6)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dibuat dari nol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koneksi, keamanan, routing sendiri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Lambat &amp; rawan salah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74320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6786" y="2884018"/>
            <a:ext cx="221285" cy="221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(mulai hari ini)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siap pakai (rangka jadi)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database, keamanan bawaan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Cepat, rapi, teruji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PHP murni = merakit mobil dari komponen. Framework = rangka mobil yang sudah jadi.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Menginstal Laravel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buat proyek Laravel baru (via Composer)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create-project laravel/laravel toko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toko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jalankan server bawaan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buka http://localhost:8000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65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mengunduh Laravel + semua paketnya ke folder vendor/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artisan serve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lokal untuk uji coba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folder Laravel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2468880"/>
          </a:xfrm>
          <a:prstGeom prst="roundRect">
            <a:avLst>
              <a:gd name="adj" fmla="val 296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4498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toko/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          //c kode: Model, Controller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       //c web.php (definisi route)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resources/    //c views/ (tampilan Blade)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     //c migration &amp; seeder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public/       //c pintu masuk (index.php)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          //c konfigurasi &amp; database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2020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mendefinisikan URL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642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utama aplikasi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0" y="3026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(Blade)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36484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&amp; password DB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MVC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Laravel membagi tugas agar rapi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MVC: Model, View, Controller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2651760"/>
          </a:xfrm>
          <a:prstGeom prst="roundRect">
            <a:avLst>
              <a:gd name="adj" fmla="val 310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4188" y="196596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255" y="2181027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27355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mengurus data &amp; database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82396" y="3886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8181B"/>
          </a:solidFill>
          <a:ln/>
        </p:spPr>
      </p:sp>
      <p:sp>
        <p:nvSpPr>
          <p:cNvPr id="10" name="Text 7"/>
          <p:cNvSpPr/>
          <p:nvPr/>
        </p:nvSpPr>
        <p:spPr>
          <a:xfrm>
            <a:off x="882396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92424" y="1691640"/>
            <a:ext cx="2679192" cy="2651760"/>
          </a:xfrm>
          <a:prstGeom prst="roundRect">
            <a:avLst>
              <a:gd name="adj" fmla="val 310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7972" y="196596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39" y="2181027"/>
            <a:ext cx="337962" cy="337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2424" y="28803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75304" y="327355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&amp; pengatur alur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26180" y="3886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8181B"/>
          </a:solidFill>
          <a:ln/>
        </p:spPr>
      </p:sp>
      <p:sp>
        <p:nvSpPr>
          <p:cNvPr id="17" name="Text 13"/>
          <p:cNvSpPr/>
          <p:nvPr/>
        </p:nvSpPr>
        <p:spPr>
          <a:xfrm>
            <a:off x="3726180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ProdukController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36208" y="1691640"/>
            <a:ext cx="2679192" cy="2651760"/>
          </a:xfrm>
          <a:prstGeom prst="roundRect">
            <a:avLst>
              <a:gd name="adj" fmla="val 310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91756" y="196596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823" y="2181027"/>
            <a:ext cx="337962" cy="3379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28803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419088" y="327355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yang dilihat user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569964" y="3886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8181B"/>
          </a:solidFill>
          <a:ln/>
        </p:spPr>
      </p:sp>
      <p:sp>
        <p:nvSpPr>
          <p:cNvPr id="24" name="Text 19"/>
          <p:cNvSpPr/>
          <p:nvPr/>
        </p:nvSpPr>
        <p:spPr>
          <a:xfrm>
            <a:off x="6569964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produk.blade.php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dipisah agar mudah dirawat: data, logika, dan tampilan tak tercampur.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sebuah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19656" y="2715768"/>
            <a:ext cx="128016" cy="0"/>
          </a:xfrm>
          <a:prstGeom prst="line">
            <a:avLst/>
          </a:prstGeom>
          <a:noFill/>
          <a:ln w="2540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47672" y="228600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F3B2D"/>
          </a:solidFill>
          <a:ln/>
        </p:spPr>
      </p:sp>
      <p:sp>
        <p:nvSpPr>
          <p:cNvPr id="8" name="Text 6"/>
          <p:cNvSpPr/>
          <p:nvPr/>
        </p:nvSpPr>
        <p:spPr>
          <a:xfrm>
            <a:off x="1947672" y="22860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2715768"/>
            <a:ext cx="128016" cy="0"/>
          </a:xfrm>
          <a:prstGeom prst="line">
            <a:avLst/>
          </a:prstGeom>
          <a:noFill/>
          <a:ln w="2540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92424" y="228600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F3B2D"/>
          </a:solidFill>
          <a:ln/>
        </p:spPr>
      </p:sp>
      <p:sp>
        <p:nvSpPr>
          <p:cNvPr id="11" name="Text 9"/>
          <p:cNvSpPr/>
          <p:nvPr/>
        </p:nvSpPr>
        <p:spPr>
          <a:xfrm>
            <a:off x="3392424" y="22860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715768"/>
            <a:ext cx="128016" cy="0"/>
          </a:xfrm>
          <a:prstGeom prst="line">
            <a:avLst/>
          </a:prstGeom>
          <a:noFill/>
          <a:ln w="2540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37176" y="228600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F3B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37176" y="22860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715768"/>
            <a:ext cx="128016" cy="0"/>
          </a:xfrm>
          <a:prstGeom prst="line">
            <a:avLst/>
          </a:prstGeom>
          <a:noFill/>
          <a:ln w="2540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1928" y="228600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F3B2D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22860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98664" y="2715768"/>
            <a:ext cx="128016" cy="0"/>
          </a:xfrm>
          <a:prstGeom prst="line">
            <a:avLst/>
          </a:prstGeom>
          <a:noFill/>
          <a:ln w="2540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228600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18181B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22860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Pengguna buka URL  →  2. Route cocokkan URL  →  3. Controller jalankan logika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ambil data dari database  →  5. View bungkus jadi HTML  →  6. Kirim ke browser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&amp; Artisan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URL &amp; memakai asisten baris perintah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dasar (routes/web.php)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3583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'/' menampilkan teks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Route::get('/', function ()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'Halo Laravel!';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'/tentang' menampilkan sebuah view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Route::get('/tentang', function ()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view('tentang');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menentukan: URL apa menjalankan kode apa. Didefinisikan di routes/web.php.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dengan parameter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2468880"/>
          </a:xfrm>
          <a:prstGeom prst="roundRect">
            <a:avLst>
              <a:gd name="adj" fmla="val 296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69128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{id} adalah bagian URL yang berubah-ubah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Route::get('/produk/{id}', function ($id)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'Menampilkan produk ke-' . $id;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/produk/5  -&gt;  Menampilkan produk ke-5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/produk/9  -&gt;  Menampilkan produk ke-9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membuat satu route melayani banyak halaman berbeda — dasar halaman detail.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Artisan: asisten baris perintah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            //c jalankan server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route:list       //c lihat semua route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ProdukController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make:model Produk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make:migration buat_tabel_produk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menghemat banyak waktu — membuat file Controller, Model, migration, dll. secara otomatis.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Proyek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Merekam perkembangan kode sejak awal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dasar: menyimpan riwayat kode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1737360"/>
          </a:xfrm>
          <a:prstGeom prst="roundRect">
            <a:avLst>
              <a:gd name="adj" fmla="val 421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   //c mulai lacak folder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   //c siapkan semua perubahan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"Laravel pertama"  //c simpan snapshot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3657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melacak proyek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4114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perubahan yang disimpan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snapshot dengan pesan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pertamamu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 proyek Laravel baru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dengan artisan serve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'/' menampilkan sapaan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'/profil/{nama}' dengan parameter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 Git + commit pertama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lulus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40487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berjalan di localhost:8000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9718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944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route berfungsi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387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511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route tampil benar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0565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40782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 punya commit pertama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00800" y="2743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artisan dari luar folder proyek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cd toko dulu sebelum serve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view di return view() tak cocok file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Composer/PHP versi lama → gagal instal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8: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&amp; Controller — membuat tampilan dinamis yang rapi.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7 - Pengenalan Laravel &amp; MVC</dc:title>
  <dc:subject>PptxGenJS Presentation</dc:subject>
  <dc:creator>PT LPK Mentorbox Indonesia</dc:creator>
  <cp:lastModifiedBy>PT LPK Mentorbox Indonesia</cp:lastModifiedBy>
  <cp:revision>1</cp:revision>
  <dcterms:created xsi:type="dcterms:W3CDTF">2026-07-05T23:43:01Z</dcterms:created>
  <dcterms:modified xsi:type="dcterms:W3CDTF">2026-07-05T23:43:02Z</dcterms:modified>
</cp:coreProperties>
</file>