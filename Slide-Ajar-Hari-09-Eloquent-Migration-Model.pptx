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6263640" y="1737360"/>
            <a:ext cx="2743200" cy="2743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66928"/>
            <a:ext cx="1965960" cy="411480"/>
          </a:xfrm>
          <a:prstGeom prst="roundRect">
            <a:avLst>
              <a:gd name="adj" fmla="val 20000"/>
            </a:avLst>
          </a:prstGeom>
          <a:solidFill>
            <a:srgbClr val="EF3B2D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6692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9 DARI 15  ·  FASE 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55448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Eloquent, Migration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Model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66928" y="33832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Menghubungkan Laravel ke database — tanpa SQL manual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66928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Ajar · Pelatihan Web Programmer Dasar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51435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57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INSTRUKTUR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941832"/>
            <a:ext cx="1591056" cy="1591056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5" name="Image 0" descr="/home/claude/deck/nasrullah_ava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005840"/>
            <a:ext cx="1463040" cy="14630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2651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Nasrullah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28600" y="3127248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Director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Magau Jaya Digital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LPK Mentorbox Indonesia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4206240"/>
            <a:ext cx="1417320" cy="0"/>
          </a:xfrm>
          <a:prstGeom prst="line">
            <a:avLst/>
          </a:prstGeom>
          <a:noFill/>
          <a:ln w="12700">
            <a:solidFill>
              <a:srgbClr val="3F3F4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37083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4325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nasrullah.id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68172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4636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github.com/nasrullahid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3611880" y="54864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896" y="676656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206240" y="58521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PENDIDIKAN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3657600" y="107899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Pendidikan Teknik Informatika dan Komputer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Negeri Makassar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3611880" y="173736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9896" y="1865376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206240" y="177393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PENGALAMAN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3657600" y="2267712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Director PT Magau Jaya Digital — membangun beragam produk digital &amp; SaaS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PT LPK Mentorbox Indonesia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 (Laravel, Next.js, PostgreSQL)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Praktisi sertifikasi profesi BNSP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3611880" y="361188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9896" y="3739896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206240" y="36484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3657600" y="4142232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Kompetensi — BNSP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 Pelatihan Lv 4 — BNSP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Junior Web Developer — BPPSDMP Makassar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HARI INI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Lima sesi, delapan jam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8249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82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71907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57276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Koneksi database &amp; migration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766560" y="15727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08.00–10.00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21284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232257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35915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221284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Eloquent ORM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766560" y="221284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10.15–12.00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285292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17" name="Shape 13"/>
          <p:cNvSpPr/>
          <p:nvPr/>
        </p:nvSpPr>
        <p:spPr>
          <a:xfrm>
            <a:off x="685800" y="296265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8" name="Text 14"/>
          <p:cNvSpPr/>
          <p:nvPr/>
        </p:nvSpPr>
        <p:spPr>
          <a:xfrm>
            <a:off x="685800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99923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285292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data &amp; Tinker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766560" y="28529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13.00–15.00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349300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23" name="Shape 18"/>
          <p:cNvSpPr/>
          <p:nvPr/>
        </p:nvSpPr>
        <p:spPr>
          <a:xfrm>
            <a:off x="685800" y="360273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24" name="Text 19"/>
          <p:cNvSpPr/>
          <p:nvPr/>
        </p:nvSpPr>
        <p:spPr>
          <a:xfrm>
            <a:off x="685800" y="3602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3639312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91640" y="349300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Seeder, factory &amp; mini-project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6766560" y="34930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15.15–16.30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548640" y="413308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29" name="Shape 23"/>
          <p:cNvSpPr/>
          <p:nvPr/>
        </p:nvSpPr>
        <p:spPr>
          <a:xfrm>
            <a:off x="685800" y="424281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30" name="Text 24"/>
          <p:cNvSpPr/>
          <p:nvPr/>
        </p:nvSpPr>
        <p:spPr>
          <a:xfrm>
            <a:off x="685800" y="4242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4279392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691640" y="413308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penutup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6766560" y="413308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16.30–17.00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 akhir hari, kamu bisa…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233" y="1934505"/>
            <a:ext cx="209215" cy="2092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Mengatur koneksi database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.env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10712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30168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305" y="1934505"/>
            <a:ext cx="209215" cy="2092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tabel via migration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611880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dari kode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72784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0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377" y="1934505"/>
            <a:ext cx="209215" cy="20921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73952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Model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473952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Eloquent ORM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8096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233" y="3488985"/>
            <a:ext cx="209215" cy="20921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query Eloquent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9808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all, find, where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410712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630168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3305" y="3488985"/>
            <a:ext cx="209215" cy="20921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11880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&amp; mengubah data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3611880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save, delete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72784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92240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5377" y="3488985"/>
            <a:ext cx="209215" cy="20921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73952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Mengisi data dummy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473952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seeder &amp; factory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Koneksi &amp; Migration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Menghubungkan Laravel ke MySQL &amp; membuat tabel dari kode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GUIDED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Mengatur koneksi database (.env)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12080" cy="2560320"/>
          </a:xfrm>
          <a:prstGeom prst="roundRect">
            <a:avLst>
              <a:gd name="adj" fmla="val 2857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4809744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.env di akar proyek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DB_CONNECTION=mysql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DB_HOST=127.0.0.1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DB_PORT=3306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DB_DATABASE=toko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DB_USERNAME=root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DB_PASSWORD=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852160" y="178308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4F4F5"/>
          </a:solidFill>
          <a:ln/>
        </p:spPr>
      </p:sp>
      <p:sp>
        <p:nvSpPr>
          <p:cNvPr id="7" name="Shape 5"/>
          <p:cNvSpPr/>
          <p:nvPr/>
        </p:nvSpPr>
        <p:spPr>
          <a:xfrm>
            <a:off x="6053328" y="196596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1344" y="2093976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29400" y="1965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53328" y="25146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Berisi pengaturan aplikasi &amp; database. Buat dulu database 'toko' di phpMyAdmin, lalu cocokkan namanya di sini.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Migration: buat tabel dari kode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852160" cy="3017520"/>
          </a:xfrm>
          <a:prstGeom prst="roundRect">
            <a:avLst>
              <a:gd name="adj" fmla="val 2424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544982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make:migration create_produks_table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 dalam file migration: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Schema::create('produks', function (Blueprint $t)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$t-&gt;id();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$t-&gt;string('nama');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$t-&gt;integer('harga');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$t-&gt;integer('stok');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$t-&gt;timestamps();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92240" y="17830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$t-&gt;id()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0" y="20208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otomatis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92240" y="24414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-&gt;string()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26791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teks (VARCHAR)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92240" y="30998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-&gt;integer()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3337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angka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92240" y="37581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-&gt;timestamps()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3995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 &amp; updated_at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Menjalankan migration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498080" cy="1737360"/>
          </a:xfrm>
          <a:prstGeom prst="roundRect">
            <a:avLst>
              <a:gd name="adj" fmla="val 4211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709574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migrate            //c jalankan semua migration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migrate:rollback   //c batalkan migration terakhir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migrate:fresh      //c hapus semua &amp; buat ulang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Keunggulan migration: struktur database tercatat sebagai kode — mudah dibagikan ke tim &amp; diulang di server lain.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4297680"/>
            <a:ext cx="8046720" cy="457200"/>
          </a:xfrm>
          <a:prstGeom prst="roundRect">
            <a:avLst>
              <a:gd name="adj" fmla="val 12000"/>
            </a:avLst>
          </a:prstGeom>
          <a:solidFill>
            <a:srgbClr val="FEF2F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migrate, cek phpMyAdmin — tabel 'produks' sudah terbentuk.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&amp; Eloquent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Mengelola data lewat object, bukan SQL manual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Eloquent menggantikan SQL manual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manual (Hari 6)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020824"/>
            <a:ext cx="362102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produks;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produks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stok &lt; 10;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Eloquent (hari ini)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874520"/>
            <a:ext cx="3749040" cy="1828800"/>
          </a:xfrm>
          <a:prstGeom prst="roundRect">
            <a:avLst>
              <a:gd name="adj" fmla="val 400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47488" y="2020824"/>
            <a:ext cx="334670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Produk::all();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Produk::where('stok', '&lt;', 10)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-&gt;get();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sama, tapi Eloquent lebih singkat, aman, dan memakai gaya OOP (Hari 5).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&amp; query dasar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937760" cy="2651760"/>
          </a:xfrm>
          <a:prstGeom prst="roundRect">
            <a:avLst>
              <a:gd name="adj" fmla="val 2759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453542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make:model Produk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app/Models/Produk.php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Produk extends Model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protected $fillable =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['nama', 'harga', 'stok'];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577840" y="1645920"/>
            <a:ext cx="3017520" cy="2651760"/>
          </a:xfrm>
          <a:prstGeom prst="roundRect">
            <a:avLst>
              <a:gd name="adj" fmla="val 2759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79008" y="1792224"/>
            <a:ext cx="261518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Eloquent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Produk::all();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Produk::find(1);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Produk::where('stok','&lt;',10)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-&gt;get();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Produk::count();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Produk otomatis terhubung ke tabel 'produks'. $fillable = kolom yang boleh diisi massal.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Menyimpan Data &amp; Tinker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Membuat, mengubah, menghapus — lalu mengujinya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Menyimpan, mengubah, menghapus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114800" cy="2468880"/>
          </a:xfrm>
          <a:prstGeom prst="roundRect">
            <a:avLst>
              <a:gd name="adj" fmla="val 2963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371246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tambah (Create)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Produk::create([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'nama' =&gt; 'Buku',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'harga' =&gt; 50000,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'stok' =&gt; 10,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846320" y="1645920"/>
            <a:ext cx="3749040" cy="2468880"/>
          </a:xfrm>
          <a:prstGeom prst="roundRect">
            <a:avLst>
              <a:gd name="adj" fmla="val 2963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47488" y="1792224"/>
            <a:ext cx="334670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ubah (Update)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 = Produk::find(1);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$p-&gt;harga = 55000;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$p-&gt;save();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hapus (Delete)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Produk::find(1)-&gt;delete();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operasi database kini lewat method Eloquent — tanpa satu baris SQL pun.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GUIDED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Tinker: menguji query langsung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669280" cy="2377440"/>
          </a:xfrm>
          <a:prstGeom prst="roundRect">
            <a:avLst>
              <a:gd name="adj" fmla="val 3077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526694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tinker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Produk::all();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Produk::create(['nama'=&gt;'Tas',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'harga'=&gt;150000, 'stok'=&gt;4]);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Produk::count();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309360" y="1783080"/>
            <a:ext cx="2286000" cy="2194560"/>
          </a:xfrm>
          <a:prstGeom prst="roundRect">
            <a:avLst>
              <a:gd name="adj" fmla="val 3333"/>
            </a:avLst>
          </a:prstGeom>
          <a:solidFill>
            <a:srgbClr val="18181B"/>
          </a:solidFill>
          <a:ln/>
        </p:spPr>
      </p:sp>
      <p:sp>
        <p:nvSpPr>
          <p:cNvPr id="7" name="Shape 5"/>
          <p:cNvSpPr/>
          <p:nvPr/>
        </p:nvSpPr>
        <p:spPr>
          <a:xfrm>
            <a:off x="6510528" y="196596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8544" y="2093976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86600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Tinker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10528" y="25146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Konsol interaktif untuk mencoba kode Laravel tanpa membuat route/halaman. Sangat berguna untuk uji cepat.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Seeder &amp; Factory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Mengisi database dengan data awal secara otomatis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Seeder &amp; Factory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2926080"/>
          </a:xfrm>
          <a:prstGeom prst="roundRect">
            <a:avLst>
              <a:gd name="adj" fmla="val 250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508406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Seeder: mengisi data tertentu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make:seeder ProdukSeeder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run()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Produk::create(['nama'=&gt;'Buku',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'harga'=&gt;50000, 'stok'=&gt;10]);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db:seed --class=ProdukSeeder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126480" y="1783080"/>
            <a:ext cx="2468880" cy="2286000"/>
          </a:xfrm>
          <a:prstGeom prst="roundRect">
            <a:avLst>
              <a:gd name="adj" fmla="val 3200"/>
            </a:avLst>
          </a:prstGeom>
          <a:solidFill>
            <a:srgbClr val="F4F4F5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96596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Seeder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data awal yang pasti (mis. kategori)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Factory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banyak data dummy acak: Produk::factory()-&gt;count(10)-&gt;create();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 · MINI-PROJECT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 produk lewat migration + seeder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FEF2F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10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ada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Koneksi .env ke database toko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tabel produks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Produk dengan $fillable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Seeder mengisi 5+ produk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Tampilkan data di halaman (Produk::all)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645920"/>
            <a:ext cx="3886200" cy="3063240"/>
          </a:xfrm>
          <a:prstGeom prst="roundRect">
            <a:avLst>
              <a:gd name="adj" fmla="val 2388"/>
            </a:avLst>
          </a:prstGeom>
          <a:solidFill>
            <a:srgbClr val="18181B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810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akhir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35915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0352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terbentuk via migration</a:t>
            </a:r>
            <a:endParaRPr lang="en-US" sz="12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83464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2807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terisi via seeder</a:t>
            </a:r>
            <a:endParaRPr lang="en-US" sz="12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310128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03520" y="32826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terhubung ke tabel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785616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03520" y="37581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tampil di halaman web</a:t>
            </a:r>
            <a:endParaRPr lang="en-US" sz="12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4261104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03520" y="42336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kini nyata &amp; permanen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6583680" y="2834640"/>
            <a:ext cx="2377440" cy="2377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5 · PENUTUP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Sebelum pulang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rawan pemula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66928" y="205740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tabel: Laravel jamak-kan model (Produk → produks)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Lupa $fillable → create() gagal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database di .env tak cocok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Lupa php artisan migrate setelah bikin migration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4114800"/>
            <a:ext cx="7315200" cy="640080"/>
          </a:xfrm>
          <a:prstGeom prst="roundRect">
            <a:avLst>
              <a:gd name="adj" fmla="val 11429"/>
            </a:avLst>
          </a:prstGeom>
          <a:solidFill>
            <a:srgbClr val="27272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27024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411480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Besok — Hari 10: </a:t>
            </a:r>
            <a:pPr indent="0" marL="0">
              <a:buNone/>
            </a:pPr>
            <a:r>
              <a:rPr lang="en-US" sz="13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lengkap — tambah, tampil, edit, hapus dari halaman web.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Ajar Hari 9 - Eloquent, Migration &amp; Model</dc:title>
  <dc:subject>PptxGenJS Presentation</dc:subject>
  <dc:creator>PT LPK Mentorbox Indonesia</dc:creator>
  <cp:lastModifiedBy>PT LPK Mentorbox Indonesia</cp:lastModifiedBy>
  <cp:revision>1</cp:revision>
  <dcterms:created xsi:type="dcterms:W3CDTF">2026-07-06T00:11:37Z</dcterms:created>
  <dcterms:modified xsi:type="dcterms:W3CDTF">2026-07-06T00:11:37Z</dcterms:modified>
</cp:coreProperties>
</file>