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309360" y="1783080"/>
            <a:ext cx="2651760" cy="2651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196596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10 DARI 15  ·  FASE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&amp; Validasi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· tampil · edit · hapus — inti semua aplikasi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CRUD &amp; menampilkan data (Read)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data (Create)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&amp; menghapus (Update, Delete)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Validasi, flash &amp; mini-project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penutup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daftar &amp; detail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index, show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data via form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create, store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Mengedit data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edit, update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data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+ konfirmasi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Memvalidasi input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numeric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message &amp; redirect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umpan balik ke user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CRUD &amp; Read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operasi, tujuh route — pola inti aplikasi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= 4 operasi, 7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956816" cy="2194560"/>
          </a:xfrm>
          <a:prstGeom prst="roundRect">
            <a:avLst>
              <a:gd name="adj" fmla="val 3738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1965960"/>
            <a:ext cx="640080" cy="64008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230" y="21451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85800" y="3200400"/>
            <a:ext cx="1682496" cy="502920"/>
          </a:xfrm>
          <a:prstGeom prst="roundRect">
            <a:avLst>
              <a:gd name="adj" fmla="val 14545"/>
            </a:avLst>
          </a:prstGeom>
          <a:solidFill>
            <a:srgbClr val="18181B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2004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· store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60904" y="1737360"/>
            <a:ext cx="1956816" cy="2194560"/>
          </a:xfrm>
          <a:prstGeom prst="roundRect">
            <a:avLst>
              <a:gd name="adj" fmla="val 3738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196596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494" y="214518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60904" y="27432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2798064" y="3200400"/>
            <a:ext cx="1682496" cy="502920"/>
          </a:xfrm>
          <a:prstGeom prst="roundRect">
            <a:avLst>
              <a:gd name="adj" fmla="val 14545"/>
            </a:avLst>
          </a:prstGeom>
          <a:solidFill>
            <a:srgbClr val="18181B"/>
          </a:solidFill>
          <a:ln/>
        </p:spPr>
      </p:sp>
      <p:sp>
        <p:nvSpPr>
          <p:cNvPr id="15" name="Text 11"/>
          <p:cNvSpPr/>
          <p:nvPr/>
        </p:nvSpPr>
        <p:spPr>
          <a:xfrm>
            <a:off x="2798064" y="32004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· show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73168" y="1737360"/>
            <a:ext cx="1956816" cy="2194560"/>
          </a:xfrm>
          <a:prstGeom prst="roundRect">
            <a:avLst>
              <a:gd name="adj" fmla="val 3738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31536" y="196596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758" y="214518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73168" y="27432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4910328" y="3200400"/>
            <a:ext cx="1682496" cy="502920"/>
          </a:xfrm>
          <a:prstGeom prst="roundRect">
            <a:avLst>
              <a:gd name="adj" fmla="val 14545"/>
            </a:avLst>
          </a:prstGeom>
          <a:solidFill>
            <a:srgbClr val="18181B"/>
          </a:solidFill>
          <a:ln/>
        </p:spPr>
      </p:sp>
      <p:sp>
        <p:nvSpPr>
          <p:cNvPr id="21" name="Text 16"/>
          <p:cNvSpPr/>
          <p:nvPr/>
        </p:nvSpPr>
        <p:spPr>
          <a:xfrm>
            <a:off x="4910328" y="32004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· update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885432" y="1737360"/>
            <a:ext cx="1956816" cy="2194560"/>
          </a:xfrm>
          <a:prstGeom prst="roundRect">
            <a:avLst>
              <a:gd name="adj" fmla="val 3738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43800" y="1965960"/>
            <a:ext cx="640080" cy="64008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022" y="2145182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85432" y="27432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900" dirty="0"/>
          </a:p>
        </p:txBody>
      </p:sp>
      <p:sp>
        <p:nvSpPr>
          <p:cNvPr id="26" name="Shape 20"/>
          <p:cNvSpPr/>
          <p:nvPr/>
        </p:nvSpPr>
        <p:spPr>
          <a:xfrm>
            <a:off x="7022592" y="3200400"/>
            <a:ext cx="1682496" cy="502920"/>
          </a:xfrm>
          <a:prstGeom prst="roundRect">
            <a:avLst>
              <a:gd name="adj" fmla="val 14545"/>
            </a:avLst>
          </a:prstGeom>
          <a:solidFill>
            <a:srgbClr val="18181B"/>
          </a:solidFill>
          <a:ln/>
        </p:spPr>
      </p:sp>
      <p:sp>
        <p:nvSpPr>
          <p:cNvPr id="27" name="Text 21"/>
          <p:cNvSpPr/>
          <p:nvPr/>
        </p:nvSpPr>
        <p:spPr>
          <a:xfrm>
            <a:off x="7022592" y="32004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1605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749808" y="4306824"/>
            <a:ext cx="7644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Route::resource('produk', ProdukController::class);  //c 1 baris = 7 route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Read: menampilkan daftar (index)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380390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ProdukController@index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index()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$produk = Produk::all();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view('produk.index',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compact('produk'));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37760" y="164592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38928" y="1792224"/>
            <a:ext cx="325526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produk/index.blade.php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@foreach($produk as $p)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&lt;td&gt;{{ $p-&gt;nama }}&lt;/td&gt;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&lt;td&gt;{{ $p-&gt;harga }}&lt;/td&gt;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@endforeach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mengambil semua data, view menampilkannya dalam tabel — pola paling sering dipakai.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Read: menampilkan detail (show)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0" cy="1828800"/>
          </a:xfrm>
          <a:prstGeom prst="roundRect">
            <a:avLst>
              <a:gd name="adj" fmla="val 40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37944"/>
            <a:ext cx="54498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ProdukController@show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show($id)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$produk = Produk::findOrFail($id);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view('produk.show', compact('produk'));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19659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696" y="20939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2514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findOrFail($id) mengambil satu data; jika tak ada, otomatis tampil halaman 404.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Biasanya diakses lewat link 'Detail' di tabel: route('produk.show', $p-&gt;id).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tambah &amp; menyimpan ke database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tambah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76072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35838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produk/create.blade.php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action="{{ route('produk.store') }}"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method="POST"&gt;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@csrf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name="nama"&gt;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type="number" name="harga"&gt;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type="number" name="stok"&gt;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type="submit"&gt;Simpan&lt;/button&gt;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2194560" cy="2377440"/>
          </a:xfrm>
          <a:prstGeom prst="roundRect">
            <a:avLst>
              <a:gd name="adj" fmla="val 3333"/>
            </a:avLst>
          </a:prstGeom>
          <a:solidFill>
            <a:srgbClr val="18181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@csrf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23774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 setiap form Laravel. Token keamanan yang mencegah pemalsuan pengiriman form.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Menyimpan data (store)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00" cy="2286000"/>
          </a:xfrm>
          <a:prstGeom prst="roundRect">
            <a:avLst>
              <a:gd name="adj" fmla="val 32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37944"/>
            <a:ext cx="691286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ProdukController@store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store(Request $request)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Produk::create($request-&gt;all());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redirect()-&gt;route('produk.index')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-&gt;with('sukses', 'Produk ditambahkan');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input form ($request), simpan lewat Eloquent, lalu redirect kembali ke daftar dengan pesan.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&amp; Delete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Mengedit dan menghapus data dengan aman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&amp; update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16966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edit (data lama terisi)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action="{{ route('produk.update',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$produk-&gt;id) }}" method="POST"&gt;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@csrf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@method('PUT')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name="nama"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value="{{ $produk-&gt;nama }}"&gt;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212080" y="164592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13248" y="1792224"/>
            <a:ext cx="298094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controller@update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update(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 $r, $id)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 = Produk::find($id);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$p-&gt;update($r-&gt;all());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redirect()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-&gt;route('produk.index');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@method('PUT') memberi tahu Laravel ini update — HTML form hanya mendukung GET/POST.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Hapus data + konfirmasi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4498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tombol hapus (dengan konfirmasi)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action="{{ route('produk.destroy', $p-&gt;id) }}"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method="POST"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onsubmit="return confirm('Yakin hapus?')"&gt;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@csrf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@method('DELETE')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&lt;button&gt;Hapus&lt;/button&gt;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0" y="1645920"/>
            <a:ext cx="2194560" cy="2743200"/>
          </a:xfrm>
          <a:prstGeom prst="roundRect">
            <a:avLst>
              <a:gd name="adj" fmla="val 333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01968" y="1792224"/>
            <a:ext cx="17922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@destroy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Produk::find($id)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-&gt;delete();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redirect()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-&gt;back();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confirm() memunculkan dialog 'Yakin?' — mencegah penghapusan tak sengaja.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Validasi &amp; Umpan Balik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 data benar &amp; memberi tahu pengguna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Validasi input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53542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controller (store/update)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$request-&gt;validate([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'nama'  =&gt; 'required',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'harga' =&gt; 'required|numeric',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'stok'  =&gt; 'required|integer|min:0',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164592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87568" y="1792224"/>
            <a:ext cx="270662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tampilkan error di view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@if($errors-&gt;any())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@foreach($errors-&gt;all() as $e)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&lt;p&gt;{{ $e }}&lt;/p&gt;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@endforeach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@endif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4F4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 </a:t>
            </a:r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diisi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42062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4F4F5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 </a:t>
            </a:r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 angka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42062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4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min:0 / max: </a:t>
            </a:r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nilai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42062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4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</a:t>
            </a:r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email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 message &amp; redirect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315200" cy="2651760"/>
          </a:xfrm>
          <a:prstGeom prst="roundRect">
            <a:avLst>
              <a:gd name="adj" fmla="val 2759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691286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controller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redirect()-&gt;route('produk.index')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-&gt;with('sukses', 'Produk ditambahkan');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layout / view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@if(session('sukses'))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class="alert"&gt;{{ session('sukses') }}&lt;/div&gt;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@endif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message = pesan singkat yang muncul sekali setelah aksi berhasil — umpan balik penting bagi pengguna.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Produk Lengkap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produk (index) dalam tabel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tambah + simpan (create/store)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edit + update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dengan konfirmasi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+ flash message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pencapaian besar!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CRUD penuh menyatukan SEMUA yang dipelajari: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(Hari 9) + View/Blade (Hari 8) + Controller + Routing (Hari 7–8) + Database (Hari 6)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583680" y="283464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@csrf di form → error 419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@method('PUT'/'DELETE') pada edit/hapus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input tak cocok kolom / $fillable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tampilkan $errors → user bingung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702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114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11: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— login, logout &amp; halaman terproteksi.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10 - CRUD &amp; Validasi</dc:title>
  <dc:subject>PptxGenJS Presentation</dc:subject>
  <dc:creator>PT LPK Mentorbox Indonesia</dc:creator>
  <cp:lastModifiedBy>PT LPK Mentorbox Indonesia</cp:lastModifiedBy>
  <cp:revision>1</cp:revision>
  <dcterms:created xsi:type="dcterms:W3CDTF">2026-07-06T09:19:58Z</dcterms:created>
  <dcterms:modified xsi:type="dcterms:W3CDTF">2026-07-06T09:19:58Z</dcterms:modified>
</cp:coreProperties>
</file>