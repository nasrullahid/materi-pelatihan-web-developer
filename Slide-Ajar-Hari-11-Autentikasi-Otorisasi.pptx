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6400800" y="1828800"/>
            <a:ext cx="256032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2011680" cy="411480"/>
          </a:xfrm>
          <a:prstGeom prst="roundRect">
            <a:avLst>
              <a:gd name="adj" fmla="val 20000"/>
            </a:avLst>
          </a:prstGeom>
          <a:solidFill>
            <a:srgbClr val="EF3B2D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669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11 DARI 15  ·  FASE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Autentikasi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Otorisasi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66928" y="3383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logout &amp; halaman yang terproteksi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Ajar · Pelatihan Web Programmer Dasar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51435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INSTRUKTUR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941832"/>
            <a:ext cx="1591056" cy="159105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5" name="Image 0" descr="/home/claude/deck/nasrullah_ava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005840"/>
            <a:ext cx="1463040" cy="14630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Nasrullah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28600" y="312724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Magau Jaya Digital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LPK Mentorbox Indonesia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4206240"/>
            <a:ext cx="1417320" cy="0"/>
          </a:xfrm>
          <a:prstGeom prst="line">
            <a:avLst/>
          </a:prstGeom>
          <a:noFill/>
          <a:ln w="12700">
            <a:solidFill>
              <a:srgbClr val="3F3F4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7083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4325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nasrullah.id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817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4636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github.com/nasrullahid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611880" y="54864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676656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06240" y="5852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3657600" y="107899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Pendidikan Teknik Informatika dan Komputer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Negeri Makassar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3611880" y="17373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896" y="1865376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206240" y="17739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PENGALAMAN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3657600" y="226771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 PT Magau Jaya Digital — membangun beragam produk digital &amp; SaaS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PT LPK Mentorbox Indonesia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(Laravel, Next.js, PostgreSQL)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Praktisi sertifikasi profesi BNSP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3611880" y="361188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9896" y="3739896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206240" y="36484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3657600" y="414223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Kompetensi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Pelatihan Lv 4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Junior Web Developer — BPPSDMP Makassar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HARI INI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sesi, delapan jam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8249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190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5727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auth &amp; instalasi Breeze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766560" y="15727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08.00–10.00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232257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3591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21284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&amp; proteksi route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766560" y="22128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10.15–12.00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285292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296265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9923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28529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&amp; user yang login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766560" y="28529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13.00–15.00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349300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3" name="Shape 18"/>
          <p:cNvSpPr/>
          <p:nvPr/>
        </p:nvSpPr>
        <p:spPr>
          <a:xfrm>
            <a:off x="685800" y="360273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63931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34930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otorisasi &amp; mini-project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766560" y="34930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15.15–16.30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48640" y="413308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9" name="Shape 23"/>
          <p:cNvSpPr/>
          <p:nvPr/>
        </p:nvSpPr>
        <p:spPr>
          <a:xfrm>
            <a:off x="685800" y="424281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30" name="Text 24"/>
          <p:cNvSpPr/>
          <p:nvPr/>
        </p:nvSpPr>
        <p:spPr>
          <a:xfrm>
            <a:off x="685800" y="4242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279392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91640" y="41330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penutup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6766560" y="413308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16.30–17.00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akhir hari, kamu bisa…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233" y="1934505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auth &amp; otorisasi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vs boleh apa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0168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305" y="1934505"/>
            <a:ext cx="209215" cy="2092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Memasang Laravel Breeze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611880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siap pakai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72784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377" y="1934505"/>
            <a:ext cx="209215" cy="2092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Memproteksi route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73952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auth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3" y="3488985"/>
            <a:ext cx="209215" cy="2092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Mengakses user login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auth()-&gt;user()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410712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30168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3305" y="3488985"/>
            <a:ext cx="209215" cy="20921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11880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role sederhana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611880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vs user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72784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92240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5377" y="3488985"/>
            <a:ext cx="209215" cy="20921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73952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Membatasi akses halaman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473952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@auth, @guest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&amp; Breeze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kamu, dan apa yang boleh kamu lakukan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Autentikasi vs Otorisasi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31920" cy="2926080"/>
          </a:xfrm>
          <a:prstGeom prst="roundRect">
            <a:avLst>
              <a:gd name="adj" fmla="val 281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182" y="205374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212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Siapa kamu?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28346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Memastikan identitas</a:t>
            </a:r>
            <a:endParaRPr lang="en-US" sz="125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Lewat login (email + password)</a:t>
            </a:r>
            <a:endParaRPr lang="en-US" sz="125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'kamu Budi'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1645920"/>
            <a:ext cx="3931920" cy="2926080"/>
          </a:xfrm>
          <a:prstGeom prst="roundRect">
            <a:avLst>
              <a:gd name="adj" fmla="val 281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1874520"/>
            <a:ext cx="640080" cy="640080"/>
          </a:xfrm>
          <a:prstGeom prst="ellipse">
            <a:avLst/>
          </a:prstGeom>
          <a:solidFill>
            <a:srgbClr val="18181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982" y="205374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6072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OTORISASI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760720" y="2212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boleh?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983480" y="28346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hak akses</a:t>
            </a:r>
            <a:endParaRPr lang="en-US" sz="125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Lewat role / peran</a:t>
            </a:r>
            <a:endParaRPr lang="en-US" sz="1250" dirty="0"/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'Budi boleh hapus'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GUIDED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Laravel Breeze: auth siap pakai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669280" cy="1920240"/>
          </a:xfrm>
          <a:prstGeom prst="roundRect">
            <a:avLst>
              <a:gd name="adj" fmla="val 381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526694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require laravel/breeze --dev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breeze:install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&amp;&amp; npm run dev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migrate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2286000" cy="1737360"/>
          </a:xfrm>
          <a:prstGeom prst="roundRect">
            <a:avLst>
              <a:gd name="adj" fmla="val 4211"/>
            </a:avLst>
          </a:prstGeom>
          <a:solidFill>
            <a:srgbClr val="F4F4F5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0" y="19659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56" y="209397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92240" y="25146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Breeze langsung memberi halaman register, login, logout, dan reset password — lengkap.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Alih-alih membuat sistem login dari nol, Breeze menyediakan semuanya siap dipakai &amp; dimodifikasi.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diberikan Breeze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79192" cy="2377440"/>
          </a:xfrm>
          <a:prstGeom prst="roundRect">
            <a:avLst>
              <a:gd name="adj" fmla="val 3462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4188" y="1965960"/>
            <a:ext cx="768096" cy="76809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255" y="2181027"/>
            <a:ext cx="337962" cy="337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333756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akun baru; password otomatis dienkripsi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92424" y="1737360"/>
            <a:ext cx="2679192" cy="2377440"/>
          </a:xfrm>
          <a:prstGeom prst="roundRect">
            <a:avLst>
              <a:gd name="adj" fmla="val 3462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7972" y="1965960"/>
            <a:ext cx="768096" cy="76809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039" y="2181027"/>
            <a:ext cx="337962" cy="337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92424" y="29260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575304" y="333756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 dengan email &amp; password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36208" y="1737360"/>
            <a:ext cx="2679192" cy="2377440"/>
          </a:xfrm>
          <a:prstGeom prst="roundRect">
            <a:avLst>
              <a:gd name="adj" fmla="val 3462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91756" y="1965960"/>
            <a:ext cx="768096" cy="76809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823" y="2181027"/>
            <a:ext cx="337962" cy="3379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36208" y="29260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Logout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419088" y="333756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 &amp; mengakhiri sesi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disimpan dalam bentuk terenkripsi (hash) — tak pernah tersimpan sebagai teks asli.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 &amp; Proteksi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Menjaga pintu masuk halaman tertentu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Memproteksi route dengan middleware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852160" cy="2926080"/>
          </a:xfrm>
          <a:prstGeom prst="roundRect">
            <a:avLst>
              <a:gd name="adj" fmla="val 25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544982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satu route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Route::get('/dashboard', function ()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view('dashboard');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})-&gt;middleware('auth');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banyak route sekaligus (group)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Route::middleware('auth')-&gt;group(function ()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Route::resource('produk', ProdukController::class);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1783080"/>
            <a:ext cx="2194560" cy="2377440"/>
          </a:xfrm>
          <a:prstGeom prst="roundRect">
            <a:avLst>
              <a:gd name="adj" fmla="val 3333"/>
            </a:avLst>
          </a:prstGeom>
          <a:solidFill>
            <a:srgbClr val="18181B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0" y="19659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1696" y="209397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'auth' = penjaga pintu. Pengguna belum login otomatis dialihkan ke halaman login.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Proteksi dari dalam Controller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852160" cy="2194560"/>
          </a:xfrm>
          <a:prstGeom prst="roundRect">
            <a:avLst>
              <a:gd name="adj" fmla="val 3333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37944"/>
            <a:ext cx="544982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ProdukController extends Controller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__construct()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$this-&gt;middleware('auth');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//c semua method kini butuh login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Menaruh middleware di constructor melindungi SELURUH method controller sekaligus.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&amp; User Login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Mengenali siapa yang sedang masuk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Mengakses user yang login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498080" cy="2194560"/>
          </a:xfrm>
          <a:prstGeom prst="roundRect">
            <a:avLst>
              <a:gd name="adj" fmla="val 3333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709574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auth()-&gt;user();          //c object user login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auth()-&gt;user()-&gt;name;    //c namanya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auth()-&gt;user()-&gt;email;   //c emailnya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auth()-&gt;id();            //c id-nya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auth()-&gt;check();         //c true bila sudah login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menyimpan status login dalam session — auth() memberi akses mudah ke data user aktif.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Tampilan berbeda: @auth &amp; @guest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380390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@auth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&lt;p&gt;Halo, {{ auth()-&gt;user()-&gt;name }}&lt;/p&gt;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href="/logout"&gt;Logout&lt;/a&gt;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@endauth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37760" y="164592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38928" y="1792224"/>
            <a:ext cx="325526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@guest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href="/login"&gt;Login&lt;/a&gt;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href="/register"&gt;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Daftar&lt;/a&gt;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@endguest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@auth tampil hanya untuk yang sudah login; @guest hanya untuk yang belum. Menu menyesuaikan otomatis.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&amp; Otorisasi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hak antara admin dan user biasa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sederhana: admin vs user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852160" cy="2926080"/>
          </a:xfrm>
          <a:prstGeom prst="roundRect">
            <a:avLst>
              <a:gd name="adj" fmla="val 25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544982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tambah kolom role di tabel users (migration)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$table-&gt;string('role')-&gt;default('user');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batasi aksi hanya untuk admin (di Blade)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@if(auth()-&gt;user()-&gt;role == 'admin')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href="{{ route('produk.create') }}"&gt;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+ Tambah Produk&lt;/a&gt;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@endif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1783080"/>
            <a:ext cx="2194560" cy="2377440"/>
          </a:xfrm>
          <a:prstGeom prst="roundRect">
            <a:avLst>
              <a:gd name="adj" fmla="val 3333"/>
            </a:avLst>
          </a:prstGeom>
          <a:solidFill>
            <a:srgbClr val="F4F4F5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0" y="19659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1696" y="209397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'role' di tabel user, lalu memeriksa nilainya — cara paling sederhana membedakan hak akses.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MINI-PROJECT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Amankan CRUD produk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EF2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 Breeze (register/login/logout)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Proteksi CRUD produk dengan auth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nama user yang login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login/logout adaptif (@auth)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tambah/hapus hanya untuk admin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64592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18181B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Kriteria lulus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35915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login → dialihkan ke /login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83464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807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login → bisa kelola produk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31012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03520" y="32826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user tampil di halaman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78561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03520" y="37581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mengakhiri sesi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26110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03520" y="4233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biasa tak lihat tombol admin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6400800" y="2926080"/>
            <a:ext cx="2560320" cy="2560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5 · PENUTUP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 pulang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rawan pemula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205740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npm install &amp; run setelah breeze:install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migrate (tabel users belum ada)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penting tak diberi middleware auth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tak ditambahkan ke $fillable user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4114800"/>
            <a:ext cx="7315200" cy="640080"/>
          </a:xfrm>
          <a:prstGeom prst="roundRect">
            <a:avLst>
              <a:gd name="adj" fmla="val 11429"/>
            </a:avLst>
          </a:prstGeom>
          <a:solidFill>
            <a:srgbClr val="27272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2702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411480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Besok — Hari 12: </a:t>
            </a:r>
            <a:pPr indent="0" marL="0">
              <a:buNone/>
            </a:pPr>
            <a:r>
              <a:rPr lang="en-US" sz="13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Eloquent — menghubungkan data &amp; fitur lanjutan.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Ajar Hari 11 - Autentikasi &amp; Otorisasi</dc:title>
  <dc:subject>PptxGenJS Presentation</dc:subject>
  <dc:creator>PT LPK Mentorbox Indonesia</dc:creator>
  <cp:lastModifiedBy>PT LPK Mentorbox Indonesia</cp:lastModifiedBy>
  <cp:revision>1</cp:revision>
  <dcterms:created xsi:type="dcterms:W3CDTF">2026-07-06T09:25:09Z</dcterms:created>
  <dcterms:modified xsi:type="dcterms:W3CDTF">2026-07-06T09:25:09Z</dcterms:modified>
</cp:coreProperties>
</file>