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126480" y="18288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12 DARI 15  ·  FASE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Relasi Eloquent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Fitur Lanjutan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3383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data, upload gambar, search &amp; pagination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one-to-many (kategori–produk)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lain: one-to-one, many-to-many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pengelolaan gambar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Pagination, search &amp; mini-project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relasi one-to-many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hasMany, belongsTo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with() &amp; hindari N+1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lain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one-to-one, many-to-many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gambar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&amp; tampilkan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membagi data per halaman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sorting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&amp; urutkan data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Relasi One-to-Many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kategori punya banyak produk — lewat Eloquent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Menghubungkan kategori &amp; produk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F3B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"Elektronik"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41732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417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08960" y="2560320"/>
            <a:ext cx="2011680" cy="-813816"/>
          </a:xfrm>
          <a:prstGeom prst="line">
            <a:avLst/>
          </a:prstGeom>
          <a:noFill/>
          <a:ln w="19050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228600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2860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2560320"/>
            <a:ext cx="2011680" cy="54864"/>
          </a:xfrm>
          <a:prstGeom prst="line">
            <a:avLst/>
          </a:prstGeom>
          <a:noFill/>
          <a:ln w="19050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315468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154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0" y="2560320"/>
            <a:ext cx="2011680" cy="923544"/>
          </a:xfrm>
          <a:prstGeom prst="line">
            <a:avLst/>
          </a:prstGeom>
          <a:noFill/>
          <a:ln w="19050">
            <a:solidFill>
              <a:srgbClr val="71717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2004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Hari 6: dihubungkan lewat foreign key kategori_id. Hari ini Eloquent mengaturnya secara otomatis.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hasMany &amp; belongsTo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9926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Kategori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produk()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$this-&gt;hasMany(Produk::class);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Produk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kategori()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$this-&gt;belongsTo(Kategori::class);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35040" y="164592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36208" y="1792224"/>
            <a:ext cx="215798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memakainya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$produk-&gt;kategori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-&gt;nama;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@foreach($kategori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-&gt;produk as $p)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$p-&gt;nama }}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@endforeach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kolom foreign key: $table-&gt;foreignId('kategori_id')-&gt;constrained();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Eager loading: hindari N+1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1737360"/>
          </a:xfrm>
          <a:prstGeom prst="roundRect">
            <a:avLst>
              <a:gd name="adj" fmla="val 421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70957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LAMBAT: 1 + N query (masalah N+1)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$produk = Produk::all();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($produk as $p)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$p-&gt;kategori-&gt;nama;  //c query tiap loop!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3712464"/>
            <a:ext cx="7095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CEPAT: cukup 2 query (eager loading)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$produk = Produk::with('kategori')-&gt;get();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with('kategori') memuat relasi sekaligus di awal — perbaikan performa penting untuk data banyak.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Relasi Lainnya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&amp; many-to-many secara ringkas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 &amp; Many-to-Many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71246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One-to-One: satu user, satu profil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User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profil()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$this-&gt;hasOne(Profil::class);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47488" y="1792224"/>
            <a:ext cx="33467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Many-to-Many: produk &lt;-&gt; tag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(lewat tabel pivot)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tags()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$this-&gt;belongsToMany(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Tag::class);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hasOne / belongsTo  →  </a:t>
            </a:r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453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hasMany / belongsTo  →  </a:t>
            </a:r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457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belongsToMany  →  </a:t>
            </a:r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(pivot)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Gambar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&amp; menampilkan file dari pengguna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gambar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480560" cy="2468880"/>
          </a:xfrm>
          <a:prstGeom prst="roundRect">
            <a:avLst>
              <a:gd name="adj" fmla="val 296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0782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form: WAJIB enctype ini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... method="POST"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enctype="multipart/form-data"&gt;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@csrf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type="file" name="gambar"&gt;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164592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21808" y="1792224"/>
            <a:ext cx="30723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controller store()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($request-&gt;hasFile('gambar'))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$path = $request-&gt;file('gambar')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-&gt;store('produk', 'public');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$data['gambar'] = $path;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sekali: php artisan storage:link (agar file di storage bisa diakses publik).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Menampilkan gambar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498080" cy="1371600"/>
          </a:xfrm>
          <a:prstGeom prst="roundRect">
            <a:avLst>
              <a:gd name="adj" fmla="val 533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7095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view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src="{{ asset('storage/' . $produk-&gt;gambar) }}"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width="120"&gt;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8046720" cy="1234440"/>
          </a:xfrm>
          <a:prstGeom prst="roundRect">
            <a:avLst>
              <a:gd name="adj" fmla="val 5185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7197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4290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gambar disimpan di database (mis. 'produk/abc.jpg'), file fisiknya di storage. asset('storage/...') membentuk URL yang benar untuk menampilkannya.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Pagination, Search &amp; Sort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daftar data nyaman dipakai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49808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709574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controller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$produk = Produk::paginate(10);  //c 10 per halaman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view — tombol halaman otomatis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@foreach($produk as $p) ... @endforeach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$produk-&gt;links() 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paginate() membagi data jadi beberapa halaman &amp; links() membuat navigasi 1-2-3 secara otomatis.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Pencarian &amp; pengurutan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44398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pencarian (controller)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$cari = $request-&gt;input('cari');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$produk = Produk::where('nama',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'like', "%$cari%")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-&gt;orderBy('harga', 'asc')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-&gt;paginate(10);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1645920"/>
            <a:ext cx="3108960" cy="2651760"/>
          </a:xfrm>
          <a:prstGeom prst="roundRect">
            <a:avLst>
              <a:gd name="adj" fmla="val 2759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7568" y="1792224"/>
            <a:ext cx="270662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pencarian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method="GET"&gt;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name="cari"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value="{{ request('cari') }}"&gt;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&lt;button&gt;Cari&lt;/button&gt;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where('like') menyaring, orderBy() mengurutkan — bisa digabung dengan paginate() sekaligus.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produk yang kaya fitur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kategori–produk (hasMany/belongsTo)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nama kategori tiap produk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tampilkan gambar produk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produk berdasarkan nama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+ pengurutan harga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mulai terasa seperti produk nyata: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terhubung, bergambar, bisa dicari, dan tertata rapi per halaman — siap jadi bekal proyek akhir.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6583680" y="292608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enctype="multipart/form-data" → file tak terkirim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php artisan storage:link → gambar tak tampil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method relasi salah / foreign key tak sesuai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N+1: lupa with() saat data banyak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13: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menyajikan data untuk aplikasi lain.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12 - Relasi Eloquent &amp; Fitur Lanjutan</dc:title>
  <dc:subject>PptxGenJS Presentation</dc:subject>
  <dc:creator>PT LPK Mentorbox Indonesia</dc:creator>
  <cp:lastModifiedBy>PT LPK Mentorbox Indonesia</cp:lastModifiedBy>
  <cp:revision>1</cp:revision>
  <dcterms:created xsi:type="dcterms:W3CDTF">2026-07-06T09:47:58Z</dcterms:created>
  <dcterms:modified xsi:type="dcterms:W3CDTF">2026-07-06T09:47:58Z</dcterms:modified>
</cp:coreProperties>
</file>