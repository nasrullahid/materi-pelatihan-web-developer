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400800" y="1828800"/>
            <a:ext cx="256032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13 DARI 15  ·  FASE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Integrasi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Menyajikan data dalam JSON untuk aplikasi lain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REST API &amp; JSON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&amp; controller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 &amp; API Resource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Postman &amp; mini-project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REST API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format JSON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HTTP method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DELETE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API route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routes/api.php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controller API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kembalikan JSON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Merapikan output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Resource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API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Postman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REST &amp; JSON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yang berbicara dengan aplikasi lain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biasa vs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61058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BIASA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HTML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dilihat manusia di browser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view(...)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3776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18181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66360" y="1920240"/>
            <a:ext cx="502920" cy="5029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178" y="2061058"/>
            <a:ext cx="221285" cy="2212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212080" y="26060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JSON (data mentah)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dikonsumsi aplikasi lain (mobile, dll)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response()-&gt;json(...)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Dapur (backend) sama; cara menyajikan berbeda — HTML untuk mata manusia, JSON untuk mesin.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JSON: format pertukaran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8039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1,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"nama": "Buku",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"harga": 50000,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"stok": 10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7830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66360" y="23317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Pasangan "kunci": nilai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Ringan, mudah dibaca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Mirip associative array PHP (Hari 4)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universal antar-aplikasi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 &amp; status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(= operasi CRUD)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4F4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7452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data (Read)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74520" y="25420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data (Create)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4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181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74520" y="31181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data (Update)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F4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9417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874520" y="36941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data (Delete)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46320" y="1965960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4F4F5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0644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berhasil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2542032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4F4F5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5420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0644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— berhasil dibuat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3118104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4F4F5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11810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06440" y="31181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— tak ditemukan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3694176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4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6941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806440" y="36941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gagal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Routes &amp; Controller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endpoint yang mengembalikan JSON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API (routes/api.php)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70957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 11+: aktifkan dulu sekali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install:api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routes/api.php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App\Http\Controllers\Api\ProdukController;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Route::apiResource('produk', ProdukController::class);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otomatis berawalan /api/produk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apiResource = 5 endpoint (index, store, show, update, destroy) — tanpa create/edit karena API tak punya form.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yang mengembalikan JSON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98080" cy="2834640"/>
          </a:xfrm>
          <a:prstGeom prst="roundRect">
            <a:avLst>
              <a:gd name="adj" fmla="val 258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709574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buat: make:controller Api/ProdukController --api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index()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response()-&gt;json(Produk::all());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 juga otomatis ubah ke JSON: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index()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Produk::all();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response()-&gt;json() mengubah data menjadi JSON. Model/collection Eloquent bahkan diubah otomatis.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API &amp; Resource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lengkap &amp; output yang rapi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API lengkap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5354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store(Request $r)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$produk = Produk::create($r-&gt;all());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response()-&gt;json($produk, 201);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show($id)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response()-&gt;json(Produk::findOrFail($id));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164592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79008" y="1792224"/>
            <a:ext cx="261518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update(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 $r, $id)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 = Produk::find($id);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$p-&gt;update($r-&gt;all());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-&gt;json($p);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$p-&gt;delete();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response()-&gt;json(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['message'=&gt;'dihapus']);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Resource: merapikan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make:resource ProdukResource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toArray($request)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'id' =&gt; $this-&gt;id,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'nama' =&gt; $this-&gt;nama,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'harga' =&gt; 'Rp' . number_format($this-&gt;harga),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25146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kolom apa saja yang tampil &amp; memformatnya — mis. harga jadi 'Rp50.000'. Pakai: ProdukResource::collection(...)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Proyek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API sebelum dipakai aplikasi lain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Menguji API dengan Postman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01368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013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http://localhost:8000/api/produk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60920" y="1801368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27272A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801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4871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method (GET/POST/PUT/DELETE)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9443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URL endpoint (mis. /api/produk)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015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header: Accept: application/json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8587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POST/PUT: isi Body → raw → JSON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310896" cy="310896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315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Send, lihat respons &amp; status code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CRUD Produk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apiResource produk di routes/api.php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semua &amp; GET satu produk (JSON)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menambah produk (status 201)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mengubah &amp; DELETE menghapus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diuji lewat Postman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/api/produk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/api/produk/{id}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/api/produk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/api/produk/{id}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/api/produk/{id}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3000"/>
          </a:blip>
          <a:stretch>
            <a:fillRect/>
          </a:stretch>
        </p:blipFill>
        <p:spPr>
          <a:xfrm>
            <a:off x="6583680" y="292608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install:api (Laravel 11+) → route /api tak ada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header Accept: application/json di Postman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POST bukan format JSON (raw)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Bingung URL: API pakai /api/... , bukan biasa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14: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 — membangun aplikasi lengkap dari nol.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13 - REST API &amp; Integrasi</dc:title>
  <dc:subject>PptxGenJS Presentation</dc:subject>
  <dc:creator>PT LPK Mentorbox Indonesia</dc:creator>
  <cp:lastModifiedBy>PT LPK Mentorbox Indonesia</cp:lastModifiedBy>
  <cp:revision>1</cp:revision>
  <dcterms:created xsi:type="dcterms:W3CDTF">2026-07-06T09:54:59Z</dcterms:created>
  <dcterms:modified xsi:type="dcterms:W3CDTF">2026-07-06T09:54:59Z</dcterms:modified>
</cp:coreProperties>
</file>