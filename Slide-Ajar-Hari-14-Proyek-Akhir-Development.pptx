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00800" y="182880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74320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14 DARI 15  ·  PROYEK AKHIR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 Akhir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lengkap dari nol — semua ilmu bersatu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 membangun: lima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 &amp; setup proyek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Fondasi: database, model, auth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CRUD utama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lanjutan &amp; mentoring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&amp; rencana finalisasi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punya…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proyek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&amp; skema database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Laravel siap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Git + auth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berelasi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utama berfungsi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tambah/tampil/edit/hapus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terproteksi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user login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1 fitur lanjutan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search/upload/pagination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Perencanaan &amp;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apa yang dibangun sebelum menulis kode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BEKALMU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hari, satu kotak peralatan lengkap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234440"/>
          </a:xfrm>
          <a:prstGeom prst="roundRect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 1–3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91640"/>
            <a:ext cx="109728" cy="1234440"/>
          </a:xfrm>
          <a:prstGeom prst="roundRect">
            <a:avLst/>
          </a:prstGeom>
          <a:solidFill>
            <a:srgbClr val="EF3B2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 4–6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221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OOP · Database 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109728" cy="1234440"/>
          </a:xfrm>
          <a:prstGeom prst="roundRect">
            <a:avLst/>
          </a:prstGeom>
          <a:solidFill>
            <a:srgbClr val="EF3B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INTI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 7–9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6393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Blade · Controller · Eloquent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1089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108960"/>
            <a:ext cx="109728" cy="1234440"/>
          </a:xfrm>
          <a:prstGeom prst="roundRect">
            <a:avLst/>
          </a:prstGeom>
          <a:solidFill>
            <a:srgbClr val="EF3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APLIKASI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 10–13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Auth · Relasi ·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ini kini menjadi milikmu. Hari ini saatnya menggabungkannya jadi satu aplikasi utuh.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PILIH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proyek (pilih satu)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1965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65" y="1927189"/>
            <a:ext cx="168981" cy="168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Inventaris / Stok Barang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9" name="Shape 6"/>
          <p:cNvSpPr/>
          <p:nvPr/>
        </p:nvSpPr>
        <p:spPr>
          <a:xfrm>
            <a:off x="4828032" y="181965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565" y="1927189"/>
            <a:ext cx="168981" cy="1689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645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Perpustakaan (buku · anggota · peminjaman)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51460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268833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" y="2795869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514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Produk / Toko Online sederhana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251460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17" name="Shape 12"/>
          <p:cNvSpPr/>
          <p:nvPr/>
        </p:nvSpPr>
        <p:spPr>
          <a:xfrm>
            <a:off x="4828032" y="268833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565" y="2795869"/>
            <a:ext cx="168981" cy="16898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514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Data Siswa / Sekolah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38328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355701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65" y="3664549"/>
            <a:ext cx="168981" cy="16898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Keuangan (pemasukan · pengeluaran)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663440" y="3383280"/>
            <a:ext cx="3931920" cy="731520"/>
          </a:xfrm>
          <a:prstGeom prst="roundRect">
            <a:avLst>
              <a:gd name="adj" fmla="val 8750"/>
            </a:avLst>
          </a:prstGeom>
          <a:solidFill>
            <a:srgbClr val="F4F4F5"/>
          </a:solidFill>
          <a:ln/>
        </p:spPr>
      </p:sp>
      <p:sp>
        <p:nvSpPr>
          <p:cNvPr id="25" name="Shape 18"/>
          <p:cNvSpPr/>
          <p:nvPr/>
        </p:nvSpPr>
        <p:spPr>
          <a:xfrm>
            <a:off x="4828032" y="3557016"/>
            <a:ext cx="384048" cy="38404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565" y="3664549"/>
            <a:ext cx="168981" cy="16898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Tugas / Proyek tim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juga ide sendiri — syaratnya: punya minimal 2 tabel berelasi &amp; operasi CRUD yang jelas.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RANCANG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Rancang sebelum koding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Daftar fitur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penggunanya? (admin/user)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apa yang dikelola?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CRUD apa saja?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lanjutan yang diinginkan?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Skema database (ERD)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apa saja &amp; kolomnya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tiap tabel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 (foreign key)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sederhana di kertas dulu!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Proyek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membangun yang benar menghemat banyak waktu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MEMBANGUN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Urutan membangun (roadmap)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55064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proyek Laravel + git init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39696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autentikasi (Breeze)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24328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migration: tabel + relasi (foreign key)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08960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02666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Model + relasi + seeder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593592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51129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CRUD utama (resource controller + Blade)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078224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9959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relasi di tampilan + validasi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562856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4805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lanjutan: search / upload / pagination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Fondasi: setup, auth,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create-project + git init + commit awal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breeze:install → register/login jalan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529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346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migration semua tabel (dengan foreign key)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1012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91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migrate — cek tabel di phpMyAdmin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6732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Model tiap tabel + definisikan relasi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45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206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seeder untuk data awal (opsional tapi disarankan)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 CRUD Utama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Jantung aplikasi — tambah, tampil, edit, hapus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utama (rujuk Hari 8 &amp; 10)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Route::resource + resource controller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master + navbar (@extends, @include)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529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346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daftar data dalam tabel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1012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91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create/store: form tambah + @csrf + simpan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6732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edit/update: form edit + @method('PUT')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45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206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destroy: hapus + konfirmasi + flash message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Lanjutan &amp; Mentoring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Menyempurnakan aplikasi &amp; meminta bantuan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Proteksi &amp; fitur lanjutan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Proteksi kelola data dengan middleware auth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data relasi (nama kategori, dsb) pakai with()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529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346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 di semua form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1012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91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minimal 1: pencarian / upload gambar / pagination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6732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Rapikan tampilan dengan CSS (layout konsisten)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45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206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berkala ke Git (jangan lupa!)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 proyek (target presentasi)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2821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459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berjalan tanpa error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23760" y="16459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854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1031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 &amp; berfungsi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223760" y="21031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5603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426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5603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proteksi halaman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223760" y="25603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0175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998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0175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 tabel berelasi + validasi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223760" y="3017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4747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5701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4747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1 fitur lanjutan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223760" y="34747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39319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14216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39319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rapi &amp; konsisten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223760" y="39319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438912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4F4F5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471416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43891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presentasi jelas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7223760" y="43891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TIPS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mengatasi kebuntuan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pesan error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menampilkan baris &amp; sebab error dengan jelas — baca dari atas.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92024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206105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856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sepotong-sepotong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23560" y="21671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tulis banyak lalu jalankan. Uji tiap fitur kecil segera.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478378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73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saat berhasil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3584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fitur jalan, commit. Mudah kembali bila rusak.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33756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478378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273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dengan konteks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23560" y="3584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Sampaikan: mau apa, kode-nya, error-nya. Jangan hanya 'error'.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400800" y="292608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CHECKPOINT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hari ini tercapai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berjalan di localhost tanpa error fatal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utama sudah berfungsi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di-commit ke Git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fitur yang belum selesai untuk besok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15: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finalisasi, deploy ke internet &amp; presentasi!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14 - Proyek Akhir (Development)</dc:title>
  <dc:subject>PptxGenJS Presentation</dc:subject>
  <dc:creator>PT LPK Mentorbox Indonesia</dc:creator>
  <cp:lastModifiedBy>PT LPK Mentorbox Indonesia</cp:lastModifiedBy>
  <cp:revision>1</cp:revision>
  <dcterms:created xsi:type="dcterms:W3CDTF">2026-07-06T10:13:45Z</dcterms:created>
  <dcterms:modified xsi:type="dcterms:W3CDTF">2026-07-06T10:13:45Z</dcterms:modified>
</cp:coreProperties>
</file>