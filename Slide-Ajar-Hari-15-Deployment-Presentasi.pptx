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image" Target="../media/image-17-8.png"/><Relationship Id="rId9" Type="http://schemas.openxmlformats.org/officeDocument/2006/relationships/image" Target="../media/image-17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6000"/>
          </a:blip>
          <a:stretch>
            <a:fillRect/>
          </a:stretch>
        </p:blipFill>
        <p:spPr>
          <a:xfrm>
            <a:off x="6126480" y="1828800"/>
            <a:ext cx="2834640" cy="28346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566928"/>
            <a:ext cx="2651760" cy="411480"/>
          </a:xfrm>
          <a:prstGeom prst="roundRect">
            <a:avLst>
              <a:gd name="adj" fmla="val 20000"/>
            </a:avLst>
          </a:prstGeom>
          <a:solidFill>
            <a:srgbClr val="EF3B2D"/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56692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 15 DARI 15  ·  HARI TERAKHIR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554480"/>
            <a:ext cx="6400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Finalisasi, Deploy</a:t>
            </a:r>
            <a:endParaRPr lang="en-US" sz="40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Presentasi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566928" y="33832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Membawa aplikasi ke internet — dan merayakannya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566928" y="4343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Ajar · Pelatihan Web Programmer Dasar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46120" cy="5143500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4572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INSTRUKTUR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22960" y="941832"/>
            <a:ext cx="1591056" cy="1591056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5" name="Image 0" descr="/home/claude/deck/nasrullah_avat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005840"/>
            <a:ext cx="1463040" cy="1463040"/>
          </a:xfrm>
          <a:prstGeom prst="ellipse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8600" y="26517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Nasrullah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228600" y="3127248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Director</a:t>
            </a:r>
            <a:endParaRPr lang="en-US" sz="12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Magau Jaya Digital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LPK Mentorbox Indonesia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914400" y="4206240"/>
            <a:ext cx="1417320" cy="0"/>
          </a:xfrm>
          <a:prstGeom prst="line">
            <a:avLst/>
          </a:prstGeom>
          <a:noFill/>
          <a:ln w="12700">
            <a:solidFill>
              <a:srgbClr val="3F3F46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4370832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14400" y="43251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nasrullah.id</a:t>
            </a:r>
            <a:endParaRPr lang="en-US" sz="11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4681728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14400" y="46360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github.com/nasrullahid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3611880" y="548640"/>
            <a:ext cx="457200" cy="457200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9896" y="676656"/>
            <a:ext cx="201168" cy="20116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206240" y="585216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PENDIDIKAN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3657600" y="1078992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Pendidikan Teknik Informatika dan Komputer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Universitas Negeri Makassar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3611880" y="1737360"/>
            <a:ext cx="457200" cy="457200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39896" y="1865376"/>
            <a:ext cx="201168" cy="20116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206240" y="1773936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PENGALAMAN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3657600" y="2267712"/>
            <a:ext cx="4892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Director PT Magau Jaya Digital — membangun beragam produk digital &amp; SaaS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PT LPK Mentorbox Indonesia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developer (Laravel, Next.js, PostgreSQL)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Praktisi sertifikasi profesi BNSP</a:t>
            </a:r>
            <a:endParaRPr lang="en-US" sz="1200" dirty="0"/>
          </a:p>
        </p:txBody>
      </p:sp>
      <p:sp>
        <p:nvSpPr>
          <p:cNvPr id="21" name="Shape 14"/>
          <p:cNvSpPr/>
          <p:nvPr/>
        </p:nvSpPr>
        <p:spPr>
          <a:xfrm>
            <a:off x="3611880" y="3611880"/>
            <a:ext cx="457200" cy="457200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39896" y="3739896"/>
            <a:ext cx="201168" cy="201168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4206240" y="3648456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SERTIFIKAT</a:t>
            </a:r>
            <a:endParaRPr lang="en-US" sz="1300" dirty="0"/>
          </a:p>
        </p:txBody>
      </p:sp>
      <p:sp>
        <p:nvSpPr>
          <p:cNvPr id="24" name="Text 16"/>
          <p:cNvSpPr/>
          <p:nvPr/>
        </p:nvSpPr>
        <p:spPr>
          <a:xfrm>
            <a:off x="3657600" y="4142232"/>
            <a:ext cx="4892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Asesor Kompetensi — BNSP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 Pelatihan Lv 4 — BNSP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 Junior Web Developer — BPPSDMP Makassar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HARI TERAKHIR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Lima sesi menuju garis akhir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8046720" cy="566928"/>
          </a:xfrm>
          <a:prstGeom prst="roundRect">
            <a:avLst>
              <a:gd name="adj" fmla="val 9677"/>
            </a:avLst>
          </a:prstGeom>
          <a:solidFill>
            <a:srgbClr val="F4F4F5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682496"/>
            <a:ext cx="347472" cy="347472"/>
          </a:xfrm>
          <a:prstGeom prst="ellipse">
            <a:avLst/>
          </a:prstGeom>
          <a:solidFill>
            <a:srgbClr val="EF3B2D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6824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1719072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1572768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Finalisasi &amp; persiapan produksi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6766560" y="157276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08.00–10.00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2212848"/>
            <a:ext cx="8046720" cy="566928"/>
          </a:xfrm>
          <a:prstGeom prst="roundRect">
            <a:avLst>
              <a:gd name="adj" fmla="val 9677"/>
            </a:avLst>
          </a:prstGeom>
          <a:solidFill>
            <a:srgbClr val="F4F4F5"/>
          </a:solidFill>
          <a:ln/>
        </p:spPr>
      </p:sp>
      <p:sp>
        <p:nvSpPr>
          <p:cNvPr id="11" name="Shape 8"/>
          <p:cNvSpPr/>
          <p:nvPr/>
        </p:nvSpPr>
        <p:spPr>
          <a:xfrm>
            <a:off x="685800" y="2322576"/>
            <a:ext cx="347472" cy="347472"/>
          </a:xfrm>
          <a:prstGeom prst="ellipse">
            <a:avLst/>
          </a:prstGeom>
          <a:solidFill>
            <a:srgbClr val="EF3B2D"/>
          </a:solidFill>
          <a:ln/>
        </p:spPr>
      </p:sp>
      <p:sp>
        <p:nvSpPr>
          <p:cNvPr id="12" name="Text 9"/>
          <p:cNvSpPr/>
          <p:nvPr/>
        </p:nvSpPr>
        <p:spPr>
          <a:xfrm>
            <a:off x="685800" y="23225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2359152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691640" y="2212848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ke shared hosting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6766560" y="221284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10.15–12.00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548640" y="2852928"/>
            <a:ext cx="8046720" cy="566928"/>
          </a:xfrm>
          <a:prstGeom prst="roundRect">
            <a:avLst>
              <a:gd name="adj" fmla="val 9677"/>
            </a:avLst>
          </a:prstGeom>
          <a:solidFill>
            <a:srgbClr val="F4F4F5"/>
          </a:solidFill>
          <a:ln/>
        </p:spPr>
      </p:sp>
      <p:sp>
        <p:nvSpPr>
          <p:cNvPr id="17" name="Shape 13"/>
          <p:cNvSpPr/>
          <p:nvPr/>
        </p:nvSpPr>
        <p:spPr>
          <a:xfrm>
            <a:off x="685800" y="2962656"/>
            <a:ext cx="347472" cy="347472"/>
          </a:xfrm>
          <a:prstGeom prst="ellipse">
            <a:avLst/>
          </a:prstGeom>
          <a:solidFill>
            <a:srgbClr val="EF3B2D"/>
          </a:solidFill>
          <a:ln/>
        </p:spPr>
      </p:sp>
      <p:sp>
        <p:nvSpPr>
          <p:cNvPr id="18" name="Text 14"/>
          <p:cNvSpPr/>
          <p:nvPr/>
        </p:nvSpPr>
        <p:spPr>
          <a:xfrm>
            <a:off x="685800" y="29626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2999232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91640" y="2852928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via Git &amp; troubleshooting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6766560" y="285292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13.00–15.00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548640" y="3493008"/>
            <a:ext cx="8046720" cy="566928"/>
          </a:xfrm>
          <a:prstGeom prst="roundRect">
            <a:avLst>
              <a:gd name="adj" fmla="val 9677"/>
            </a:avLst>
          </a:prstGeom>
          <a:solidFill>
            <a:srgbClr val="F4F4F5"/>
          </a:solidFill>
          <a:ln/>
        </p:spPr>
      </p:sp>
      <p:sp>
        <p:nvSpPr>
          <p:cNvPr id="23" name="Shape 18"/>
          <p:cNvSpPr/>
          <p:nvPr/>
        </p:nvSpPr>
        <p:spPr>
          <a:xfrm>
            <a:off x="685800" y="3602736"/>
            <a:ext cx="347472" cy="347472"/>
          </a:xfrm>
          <a:prstGeom prst="ellipse">
            <a:avLst/>
          </a:prstGeom>
          <a:solidFill>
            <a:srgbClr val="EF3B2D"/>
          </a:solidFill>
          <a:ln/>
        </p:spPr>
      </p:sp>
      <p:sp>
        <p:nvSpPr>
          <p:cNvPr id="24" name="Text 19"/>
          <p:cNvSpPr/>
          <p:nvPr/>
        </p:nvSpPr>
        <p:spPr>
          <a:xfrm>
            <a:off x="685800" y="36027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0160" y="3639312"/>
            <a:ext cx="274320" cy="2743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691640" y="3493008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Persiapan &amp; latihan presentasi</a:t>
            </a:r>
            <a:endParaRPr lang="en-US" sz="1450" dirty="0"/>
          </a:p>
        </p:txBody>
      </p:sp>
      <p:sp>
        <p:nvSpPr>
          <p:cNvPr id="27" name="Text 21"/>
          <p:cNvSpPr/>
          <p:nvPr/>
        </p:nvSpPr>
        <p:spPr>
          <a:xfrm>
            <a:off x="6766560" y="349300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15.15–16.30</a:t>
            </a:r>
            <a:endParaRPr lang="en-US" sz="1250" dirty="0"/>
          </a:p>
        </p:txBody>
      </p:sp>
      <p:sp>
        <p:nvSpPr>
          <p:cNvPr id="28" name="Shape 22"/>
          <p:cNvSpPr/>
          <p:nvPr/>
        </p:nvSpPr>
        <p:spPr>
          <a:xfrm>
            <a:off x="548640" y="4133088"/>
            <a:ext cx="8046720" cy="566928"/>
          </a:xfrm>
          <a:prstGeom prst="roundRect">
            <a:avLst>
              <a:gd name="adj" fmla="val 9677"/>
            </a:avLst>
          </a:prstGeom>
          <a:solidFill>
            <a:srgbClr val="F4F4F5"/>
          </a:solidFill>
          <a:ln/>
        </p:spPr>
      </p:sp>
      <p:sp>
        <p:nvSpPr>
          <p:cNvPr id="29" name="Shape 23"/>
          <p:cNvSpPr/>
          <p:nvPr/>
        </p:nvSpPr>
        <p:spPr>
          <a:xfrm>
            <a:off x="685800" y="4242816"/>
            <a:ext cx="347472" cy="347472"/>
          </a:xfrm>
          <a:prstGeom prst="ellipse">
            <a:avLst/>
          </a:prstGeom>
          <a:solidFill>
            <a:srgbClr val="EF3B2D"/>
          </a:solidFill>
          <a:ln/>
        </p:spPr>
      </p:sp>
      <p:sp>
        <p:nvSpPr>
          <p:cNvPr id="30" name="Text 24"/>
          <p:cNvSpPr/>
          <p:nvPr/>
        </p:nvSpPr>
        <p:spPr>
          <a:xfrm>
            <a:off x="685800" y="42428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0160" y="4279392"/>
            <a:ext cx="274320" cy="27432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691640" y="4133088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Presentasi, evaluasi &amp; penutup</a:t>
            </a:r>
            <a:endParaRPr lang="en-US" sz="1450" dirty="0"/>
          </a:p>
        </p:txBody>
      </p:sp>
      <p:sp>
        <p:nvSpPr>
          <p:cNvPr id="33" name="Text 26"/>
          <p:cNvSpPr/>
          <p:nvPr/>
        </p:nvSpPr>
        <p:spPr>
          <a:xfrm>
            <a:off x="6766560" y="413308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16.30–17.00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HARI INI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 akhir hari…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88336" cy="1371600"/>
          </a:xfrm>
          <a:prstGeom prst="roundRect">
            <a:avLst>
              <a:gd name="adj" fmla="val 5333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801368"/>
            <a:ext cx="475488" cy="475488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1233" y="1934505"/>
            <a:ext cx="209215" cy="20921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235000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Aplikasi selesai &amp; rapi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49808" y="2642616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diperbaiki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410712" y="1600200"/>
            <a:ext cx="2688336" cy="1371600"/>
          </a:xfrm>
          <a:prstGeom prst="roundRect">
            <a:avLst>
              <a:gd name="adj" fmla="val 5333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30168" y="1801368"/>
            <a:ext cx="475488" cy="475488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3305" y="1934505"/>
            <a:ext cx="209215" cy="20921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11880" y="235000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Siap produksi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3611880" y="2642616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konfigurasi .env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272784" y="1600200"/>
            <a:ext cx="2688336" cy="1371600"/>
          </a:xfrm>
          <a:prstGeom prst="roundRect">
            <a:avLst>
              <a:gd name="adj" fmla="val 5333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92240" y="1801368"/>
            <a:ext cx="475488" cy="475488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5377" y="1934505"/>
            <a:ext cx="209215" cy="20921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73952" y="235000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Ter-deploy online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6473952" y="2642616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bisa diakses siapa saja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3154680"/>
            <a:ext cx="2688336" cy="1371600"/>
          </a:xfrm>
          <a:prstGeom prst="roundRect">
            <a:avLst>
              <a:gd name="adj" fmla="val 5333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68096" y="3355848"/>
            <a:ext cx="475488" cy="475488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233" y="3488985"/>
            <a:ext cx="209215" cy="20921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9808" y="390448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Bisa troubleshoot deploy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749808" y="4197096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umum teratasi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3410712" y="3154680"/>
            <a:ext cx="2688336" cy="1371600"/>
          </a:xfrm>
          <a:prstGeom prst="roundRect">
            <a:avLst>
              <a:gd name="adj" fmla="val 5333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630168" y="3355848"/>
            <a:ext cx="475488" cy="475488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63305" y="3488985"/>
            <a:ext cx="209215" cy="20921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611880" y="390448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Presentasi karya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3611880" y="4197096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aplikasi live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6272784" y="3154680"/>
            <a:ext cx="2688336" cy="1371600"/>
          </a:xfrm>
          <a:prstGeom prst="roundRect">
            <a:avLst>
              <a:gd name="adj" fmla="val 5333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492240" y="3355848"/>
            <a:ext cx="475488" cy="475488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5377" y="3488985"/>
            <a:ext cx="209215" cy="20921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473952" y="390448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Lulus pelatihan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6473952" y="4197096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sertifikasi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737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1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219456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Finalisasi &amp; Produksi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32461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Menyempurnakan aplikasi &amp; menyiapkannya untuk publik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1 · CHECKLIST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Penyempurnaan akhir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8046720" cy="3063240"/>
          </a:xfrm>
          <a:prstGeom prst="roundRect">
            <a:avLst>
              <a:gd name="adj" fmla="val 2388"/>
            </a:avLst>
          </a:prstGeom>
          <a:solidFill>
            <a:srgbClr val="F4F4F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38528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92024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 semua fitur CRUD sekali lagi — pastikan tak ada error</a:t>
            </a:r>
            <a:endParaRPr lang="en-US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395728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34440" y="237744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Perbaiki bug yang tersisa dari kemarin</a:t>
            </a:r>
            <a:endParaRPr lang="en-US" sz="13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852928"/>
            <a:ext cx="274320" cy="2743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34440" y="283464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Rapikan tampilan: layout konsisten, tombol jelas</a:t>
            </a:r>
            <a:endParaRPr lang="en-US" sz="13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310128"/>
            <a:ext cx="274320" cy="27432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234440" y="329184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Cek validasi &amp; flash message di semua form</a:t>
            </a:r>
            <a:endParaRPr lang="en-US" sz="13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767328"/>
            <a:ext cx="274320" cy="27432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234440" y="374904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Pastikan halaman terproteksi benar-benar butuh login</a:t>
            </a:r>
            <a:endParaRPr lang="en-US" sz="130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4224528"/>
            <a:ext cx="274320" cy="27432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234440" y="420624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versi final ke Git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1 · LAB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Konfigurasi produksi (.env)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2743200"/>
          </a:xfrm>
          <a:prstGeom prst="roundRect">
            <a:avLst>
              <a:gd name="adj" fmla="val 2667"/>
            </a:avLst>
          </a:prstGeom>
          <a:solidFill>
            <a:srgbClr val="1E1E22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792224"/>
            <a:ext cx="4992624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APP_NAME=Toko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APP_ENV=production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APP_DEBUG=false        //c WAJIB false di publik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APP_URL=https://domainku.com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DB_DATABASE=namauser_toko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DB_USERNAME=namauser_toko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DB_PASSWORD=passwordkuat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126480" y="1783080"/>
            <a:ext cx="2468880" cy="2468880"/>
          </a:xfrm>
          <a:prstGeom prst="roundRect">
            <a:avLst>
              <a:gd name="adj" fmla="val 2963"/>
            </a:avLst>
          </a:prstGeom>
          <a:solidFill>
            <a:srgbClr val="18181B"/>
          </a:solidFill>
          <a:ln/>
        </p:spPr>
      </p:sp>
      <p:sp>
        <p:nvSpPr>
          <p:cNvPr id="7" name="Text 5"/>
          <p:cNvSpPr/>
          <p:nvPr/>
        </p:nvSpPr>
        <p:spPr>
          <a:xfrm>
            <a:off x="6309360" y="19659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APP_DEBUG=false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309360" y="233172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server publik, debug harus false agar error tak membocorkan detail sistem ke pengunjung.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09360" y="338328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Jangan lupa:
</a:t>
            </a:r>
            <a:endParaRPr lang="en-US" sz="1100" dirty="0"/>
          </a:p>
          <a:p>
            <a:pPr indent="0" marL="0">
              <a:buNone/>
            </a:pPr>
            <a:r>
              <a:rPr lang="en-US" sz="1050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php artisan key:generate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737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2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219456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32461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Membawa aplikasi dari localhost ke internet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2 · KONSEP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Dari localhost ke publik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965960"/>
            <a:ext cx="2286000" cy="1554480"/>
          </a:xfrm>
          <a:prstGeom prst="roundRect">
            <a:avLst>
              <a:gd name="adj" fmla="val 5882"/>
            </a:avLst>
          </a:prstGeom>
          <a:solidFill>
            <a:srgbClr val="F4F4F5"/>
          </a:solidFill>
          <a:ln/>
        </p:spPr>
      </p:sp>
      <p:sp>
        <p:nvSpPr>
          <p:cNvPr id="5" name="Shape 3"/>
          <p:cNvSpPr/>
          <p:nvPr/>
        </p:nvSpPr>
        <p:spPr>
          <a:xfrm>
            <a:off x="1645920" y="2148840"/>
            <a:ext cx="548640" cy="548640"/>
          </a:xfrm>
          <a:prstGeom prst="ellipse">
            <a:avLst/>
          </a:prstGeom>
          <a:solidFill>
            <a:srgbClr val="18181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9539" y="230245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788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3108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hanya di komputermu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126480" y="1965960"/>
            <a:ext cx="2286000" cy="1554480"/>
          </a:xfrm>
          <a:prstGeom prst="roundRect">
            <a:avLst>
              <a:gd name="adj" fmla="val 5882"/>
            </a:avLst>
          </a:prstGeom>
          <a:solidFill>
            <a:srgbClr val="EF3B2D"/>
          </a:solidFill>
          <a:ln/>
        </p:spPr>
      </p:sp>
      <p:sp>
        <p:nvSpPr>
          <p:cNvPr id="10" name="Shape 7"/>
          <p:cNvSpPr/>
          <p:nvPr/>
        </p:nvSpPr>
        <p:spPr>
          <a:xfrm>
            <a:off x="7040880" y="2148840"/>
            <a:ext cx="548640" cy="548640"/>
          </a:xfrm>
          <a:prstGeom prst="ellipse">
            <a:avLst/>
          </a:prstGeom>
          <a:solidFill>
            <a:srgbClr val="18181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4499" y="2302459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126480" y="2788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HOSTING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6126480" y="3108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EE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bisa diakses siapa saja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3108960" y="2743200"/>
            <a:ext cx="3017520" cy="0"/>
          </a:xfrm>
          <a:prstGeom prst="line">
            <a:avLst/>
          </a:prstGeom>
          <a:noFill/>
          <a:ln w="31750">
            <a:solidFill>
              <a:srgbClr val="27272A"/>
            </a:solidFill>
            <a:prstDash val="solid"/>
            <a:tailEnd type="triangle"/>
          </a:ln>
        </p:spPr>
      </p:sp>
      <p:sp>
        <p:nvSpPr>
          <p:cNvPr id="15" name="Text 11"/>
          <p:cNvSpPr/>
          <p:nvPr/>
        </p:nvSpPr>
        <p:spPr>
          <a:xfrm>
            <a:off x="3108960" y="23774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deploy + domain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548640" y="41148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= memindahkan aplikasi ke server yang online 24 jam, lalu menghubungkannya ke sebuah domain.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2 · LAB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Langkah deploy ke shared hosting (cPanel)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80467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664208"/>
            <a:ext cx="274320" cy="274320"/>
          </a:xfrm>
          <a:prstGeom prst="ellipse">
            <a:avLst/>
          </a:prstGeom>
          <a:solidFill>
            <a:srgbClr val="EF3B2D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6642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97280" y="157276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database + user di cPanel (MySQL Databases)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084832"/>
            <a:ext cx="8046720" cy="457200"/>
          </a:xfrm>
          <a:prstGeom prst="roundRect">
            <a:avLst>
              <a:gd name="adj" fmla="val 10000"/>
            </a:avLst>
          </a:prstGeom>
          <a:solidFill>
            <a:srgbClr val="F4F4F5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2176272"/>
            <a:ext cx="274320" cy="274320"/>
          </a:xfrm>
          <a:prstGeom prst="ellipse">
            <a:avLst/>
          </a:prstGeom>
          <a:solidFill>
            <a:srgbClr val="EF3B2D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21762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" y="208483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proyek: git clone, atau upload .zip lalu extract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596896"/>
            <a:ext cx="80467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" y="2688336"/>
            <a:ext cx="274320" cy="274320"/>
          </a:xfrm>
          <a:prstGeom prst="ellipse">
            <a:avLst/>
          </a:prstGeom>
          <a:solidFill>
            <a:srgbClr val="EF3B2D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26883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97280" y="2596896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Arahkan document root domain ke folder /public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108960"/>
            <a:ext cx="8046720" cy="457200"/>
          </a:xfrm>
          <a:prstGeom prst="roundRect">
            <a:avLst>
              <a:gd name="adj" fmla="val 10000"/>
            </a:avLst>
          </a:prstGeom>
          <a:solidFill>
            <a:srgbClr val="F4F4F5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" y="3200400"/>
            <a:ext cx="274320" cy="274320"/>
          </a:xfrm>
          <a:prstGeom prst="ellipse">
            <a:avLst/>
          </a:prstGeom>
          <a:solidFill>
            <a:srgbClr val="EF3B2D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" y="3200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97280" y="3108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Jalankan composer install (via Terminal cPanel)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3621024"/>
            <a:ext cx="80467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8368" y="3712464"/>
            <a:ext cx="274320" cy="274320"/>
          </a:xfrm>
          <a:prstGeom prst="ellipse">
            <a:avLst/>
          </a:prstGeom>
          <a:solidFill>
            <a:srgbClr val="EF3B2D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" y="37124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97280" y="3621024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Atur file .env (produksi) + php artisan key:generate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4133088"/>
            <a:ext cx="8046720" cy="457200"/>
          </a:xfrm>
          <a:prstGeom prst="roundRect">
            <a:avLst>
              <a:gd name="adj" fmla="val 10000"/>
            </a:avLst>
          </a:prstGeom>
          <a:solidFill>
            <a:srgbClr val="F4F4F5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" y="4224528"/>
            <a:ext cx="274320" cy="274320"/>
          </a:xfrm>
          <a:prstGeom prst="ellipse">
            <a:avLst/>
          </a:prstGeom>
          <a:solidFill>
            <a:srgbClr val="EF3B2D"/>
          </a:solidFill>
          <a:ln/>
        </p:spPr>
      </p:sp>
      <p:sp>
        <p:nvSpPr>
          <p:cNvPr id="26" name="Text 24"/>
          <p:cNvSpPr/>
          <p:nvPr/>
        </p:nvSpPr>
        <p:spPr>
          <a:xfrm>
            <a:off x="658368" y="4224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97280" y="413308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artisan migrate --force  &amp;  storage:link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2 · PENTING!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 root harus ke /public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8046720" cy="1371600"/>
          </a:xfrm>
          <a:prstGeom prst="roundRect">
            <a:avLst>
              <a:gd name="adj" fmla="val 5333"/>
            </a:avLst>
          </a:prstGeom>
          <a:solidFill>
            <a:srgbClr val="FEF2F2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103120"/>
            <a:ext cx="548640" cy="548640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579" y="225673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87452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HARUS menunjuk ke folder </a:t>
            </a:r>
            <a:pPr indent="0" marL="0">
              <a:buNone/>
            </a:pPr>
            <a:r>
              <a:rPr lang="en-US" sz="1300" b="1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public/</a:t>
            </a:r>
            <a:pPr indent="0" marL="0">
              <a:buNone/>
            </a:pPr>
            <a:r>
              <a:rPr lang="en-US" sz="13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dalam proyek Laravel — bukan folder proyek utama.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329184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Kenapa? 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 public/ adalah satu-satunya bagian yang boleh diakses publik. File sensitif (.env, kode, database config) berada di luar public/ agar aman dari pengunjung.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737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3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219456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Deploy &amp; Troubleshooting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32461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Alur deploy modern &amp; mengatasi error umum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3 · LAB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Alur deploy dengan Git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7498080" cy="2926080"/>
          </a:xfrm>
          <a:prstGeom prst="roundRect">
            <a:avLst>
              <a:gd name="adj" fmla="val 2500"/>
            </a:avLst>
          </a:prstGeom>
          <a:solidFill>
            <a:srgbClr val="1E1E22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792224"/>
            <a:ext cx="7095744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 komputer lokal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.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"siap deploy"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origin main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 server (Terminal cPanel / SSH)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&lt;url-repo&gt;      //c pertama kali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pull                  //c update berikutnya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composer install --no-dev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php artisan migrate --force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46634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Dengan Git, update aplikasi cukup: push dari lokal → pull di server. Rapi &amp; mudah diulang.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3 · REFERENSI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Troubleshooting deploy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8046720" cy="566928"/>
          </a:xfrm>
          <a:prstGeom prst="roundRect">
            <a:avLst>
              <a:gd name="adj" fmla="val 9677"/>
            </a:avLst>
          </a:prstGeom>
          <a:solidFill>
            <a:srgbClr val="F4F4F5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728216"/>
            <a:ext cx="310896" cy="310896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283" y="1815267"/>
            <a:ext cx="136794" cy="13679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60020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500 (blank)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657600" y="160020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Cek storage/logs. Sering karena APP_KEY belum digenerate.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2240280"/>
            <a:ext cx="8046720" cy="566928"/>
          </a:xfrm>
          <a:prstGeom prst="roundRect">
            <a:avLst>
              <a:gd name="adj" fmla="val 9677"/>
            </a:avLst>
          </a:prstGeom>
          <a:solidFill>
            <a:srgbClr val="F4F4F5"/>
          </a:solidFill>
          <a:ln/>
        </p:spPr>
      </p:sp>
      <p:sp>
        <p:nvSpPr>
          <p:cNvPr id="10" name="Shape 7"/>
          <p:cNvSpPr/>
          <p:nvPr/>
        </p:nvSpPr>
        <p:spPr>
          <a:xfrm>
            <a:off x="713232" y="2368296"/>
            <a:ext cx="310896" cy="310896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283" y="2455347"/>
            <a:ext cx="136794" cy="13679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88720" y="224028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Halaman putih / error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657600" y="224028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Sementara set APP_DEBUG=true untuk lihat pesan, lalu false lagi.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2880360"/>
            <a:ext cx="8046720" cy="566928"/>
          </a:xfrm>
          <a:prstGeom prst="roundRect">
            <a:avLst>
              <a:gd name="adj" fmla="val 9677"/>
            </a:avLst>
          </a:prstGeom>
          <a:solidFill>
            <a:srgbClr val="F4F4F5"/>
          </a:solidFill>
          <a:ln/>
        </p:spPr>
      </p:sp>
      <p:sp>
        <p:nvSpPr>
          <p:cNvPr id="15" name="Shape 11"/>
          <p:cNvSpPr/>
          <p:nvPr/>
        </p:nvSpPr>
        <p:spPr>
          <a:xfrm>
            <a:off x="713232" y="3008376"/>
            <a:ext cx="310896" cy="310896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283" y="3095427"/>
            <a:ext cx="136794" cy="13679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88720" y="288036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denied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3657600" y="288036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Beri izin tulis ke storage/ &amp; bootstrap/cache (chmod 775).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3520440"/>
            <a:ext cx="8046720" cy="566928"/>
          </a:xfrm>
          <a:prstGeom prst="roundRect">
            <a:avLst>
              <a:gd name="adj" fmla="val 9677"/>
            </a:avLst>
          </a:prstGeom>
          <a:solidFill>
            <a:srgbClr val="F4F4F5"/>
          </a:solidFill>
          <a:ln/>
        </p:spPr>
      </p:sp>
      <p:sp>
        <p:nvSpPr>
          <p:cNvPr id="20" name="Shape 15"/>
          <p:cNvSpPr/>
          <p:nvPr/>
        </p:nvSpPr>
        <p:spPr>
          <a:xfrm>
            <a:off x="713232" y="3648456"/>
            <a:ext cx="310896" cy="310896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283" y="3735507"/>
            <a:ext cx="136794" cy="13679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188720" y="352044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Gambar tak tampil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3657600" y="352044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Jalankan php artisan storage:link di server.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548640" y="4160520"/>
            <a:ext cx="8046720" cy="566928"/>
          </a:xfrm>
          <a:prstGeom prst="roundRect">
            <a:avLst>
              <a:gd name="adj" fmla="val 9677"/>
            </a:avLst>
          </a:prstGeom>
          <a:solidFill>
            <a:srgbClr val="F4F4F5"/>
          </a:solidFill>
          <a:ln/>
        </p:spPr>
      </p:sp>
      <p:sp>
        <p:nvSpPr>
          <p:cNvPr id="25" name="Shape 19"/>
          <p:cNvSpPr/>
          <p:nvPr/>
        </p:nvSpPr>
        <p:spPr>
          <a:xfrm>
            <a:off x="713232" y="4288536"/>
            <a:ext cx="310896" cy="310896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283" y="4375587"/>
            <a:ext cx="136794" cy="13679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188720" y="416052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Koneksi DB gagal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3657600" y="416052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Cek nama database/user/password di .env (pakai prefix cPanel).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737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4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219456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Presentasi &amp; Penutup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32461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Menunjukkan karya &amp; menutup perjalanan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4 · PANDUAN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Struktur presentasi (5–10 menit)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8046720" cy="713232"/>
          </a:xfrm>
          <a:prstGeom prst="roundRect">
            <a:avLst>
              <a:gd name="adj" fmla="val 8974"/>
            </a:avLst>
          </a:prstGeom>
          <a:solidFill>
            <a:srgbClr val="F4F4F5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819656"/>
            <a:ext cx="365760" cy="365760"/>
          </a:xfrm>
          <a:prstGeom prst="ellipse">
            <a:avLst/>
          </a:prstGeom>
          <a:solidFill>
            <a:srgbClr val="EF3B2D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196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80160" y="17373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Masalah &amp; ide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749040" y="173736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Aplikasi apa, untuk siapa, memecahkan masalah apa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423160"/>
            <a:ext cx="8046720" cy="713232"/>
          </a:xfrm>
          <a:prstGeom prst="roundRect">
            <a:avLst>
              <a:gd name="adj" fmla="val 8974"/>
            </a:avLst>
          </a:prstGeom>
          <a:solidFill>
            <a:srgbClr val="F4F4F5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2596896"/>
            <a:ext cx="365760" cy="365760"/>
          </a:xfrm>
          <a:prstGeom prst="ellipse">
            <a:avLst/>
          </a:prstGeom>
          <a:solidFill>
            <a:srgbClr val="EF3B2D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5968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80160" y="25146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langsung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749040" y="251460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Tunjukkan aplikasi ONLINE: login, CRUD, fitur unggulan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200400"/>
            <a:ext cx="8046720" cy="713232"/>
          </a:xfrm>
          <a:prstGeom prst="roundRect">
            <a:avLst>
              <a:gd name="adj" fmla="val 8974"/>
            </a:avLst>
          </a:prstGeom>
          <a:solidFill>
            <a:srgbClr val="F4F4F5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3374136"/>
            <a:ext cx="365760" cy="365760"/>
          </a:xfrm>
          <a:prstGeom prst="ellipse">
            <a:avLst/>
          </a:prstGeom>
          <a:solidFill>
            <a:srgbClr val="EF3B2D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374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80160" y="32918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Tantangan &amp; solusi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749040" y="32918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Kesulitan terbesar &amp; bagaimana mengatasinya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977640"/>
            <a:ext cx="8046720" cy="713232"/>
          </a:xfrm>
          <a:prstGeom prst="roundRect">
            <a:avLst>
              <a:gd name="adj" fmla="val 8974"/>
            </a:avLst>
          </a:prstGeom>
          <a:solidFill>
            <a:srgbClr val="F4F4F5"/>
          </a:solidFill>
          <a:ln/>
        </p:spPr>
      </p:sp>
      <p:sp>
        <p:nvSpPr>
          <p:cNvPr id="20" name="Shape 18"/>
          <p:cNvSpPr/>
          <p:nvPr/>
        </p:nvSpPr>
        <p:spPr>
          <a:xfrm>
            <a:off x="731520" y="4151376"/>
            <a:ext cx="365760" cy="365760"/>
          </a:xfrm>
          <a:prstGeom prst="ellipse">
            <a:avLst/>
          </a:prstGeom>
          <a:solidFill>
            <a:srgbClr val="EF3B2D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1513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80160" y="40690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Rencana ke depan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3749040" y="406908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Fitur yang ingin ditambahkan berikutnya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48006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siapkan data contoh &amp; latih alur demo dulu. Jika error saat demo, tetap tenang — jelaskan maksudnya.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5 · EVALUASI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Checklist kompetensi akhir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3977640" cy="457200"/>
          </a:xfrm>
          <a:prstGeom prst="roundRect">
            <a:avLst>
              <a:gd name="adj" fmla="val 10000"/>
            </a:avLst>
          </a:prstGeom>
          <a:solidFill>
            <a:srgbClr val="F4F4F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73352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157276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Menjelaskan cara kerja web &amp; MVC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663440" y="1572768"/>
            <a:ext cx="3977640" cy="457200"/>
          </a:xfrm>
          <a:prstGeom prst="roundRect">
            <a:avLst>
              <a:gd name="adj" fmla="val 10000"/>
            </a:avLst>
          </a:prstGeom>
          <a:solidFill>
            <a:srgbClr val="F4F4F5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673352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166360" y="157276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Membuat tampilan HTML/CSS responsif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548640" y="2121408"/>
            <a:ext cx="3977640" cy="457200"/>
          </a:xfrm>
          <a:prstGeom prst="roundRect">
            <a:avLst>
              <a:gd name="adj" fmla="val 10000"/>
            </a:avLst>
          </a:prstGeom>
          <a:solidFill>
            <a:srgbClr val="F4F4F5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221992"/>
            <a:ext cx="256032" cy="25603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51560" y="212140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Menulis logika dengan PHP OOP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4663440" y="2121408"/>
            <a:ext cx="3977640" cy="457200"/>
          </a:xfrm>
          <a:prstGeom prst="roundRect">
            <a:avLst>
              <a:gd name="adj" fmla="val 10000"/>
            </a:avLst>
          </a:prstGeom>
          <a:solidFill>
            <a:srgbClr val="F4F4F5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2221992"/>
            <a:ext cx="256032" cy="25603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166360" y="212140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Merancang &amp; mengoperasikan database</a:t>
            </a:r>
            <a:endParaRPr lang="en-US" sz="1150" dirty="0"/>
          </a:p>
        </p:txBody>
      </p:sp>
      <p:sp>
        <p:nvSpPr>
          <p:cNvPr id="16" name="Shape 10"/>
          <p:cNvSpPr/>
          <p:nvPr/>
        </p:nvSpPr>
        <p:spPr>
          <a:xfrm>
            <a:off x="548640" y="2670048"/>
            <a:ext cx="3977640" cy="457200"/>
          </a:xfrm>
          <a:prstGeom prst="roundRect">
            <a:avLst>
              <a:gd name="adj" fmla="val 10000"/>
            </a:avLst>
          </a:prstGeom>
          <a:solidFill>
            <a:srgbClr val="F4F4F5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2770632"/>
            <a:ext cx="256032" cy="25603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051560" y="267004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Membuat CRUD di Laravel</a:t>
            </a:r>
            <a:endParaRPr lang="en-US" sz="1150" dirty="0"/>
          </a:p>
        </p:txBody>
      </p:sp>
      <p:sp>
        <p:nvSpPr>
          <p:cNvPr id="19" name="Shape 12"/>
          <p:cNvSpPr/>
          <p:nvPr/>
        </p:nvSpPr>
        <p:spPr>
          <a:xfrm>
            <a:off x="4663440" y="2670048"/>
            <a:ext cx="3977640" cy="457200"/>
          </a:xfrm>
          <a:prstGeom prst="roundRect">
            <a:avLst>
              <a:gd name="adj" fmla="val 10000"/>
            </a:avLst>
          </a:prstGeom>
          <a:solidFill>
            <a:srgbClr val="F4F4F5"/>
          </a:solidFill>
          <a:ln/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2770632"/>
            <a:ext cx="256032" cy="256032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166360" y="267004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Menerapkan autentikasi</a:t>
            </a:r>
            <a:endParaRPr lang="en-US" sz="1150" dirty="0"/>
          </a:p>
        </p:txBody>
      </p:sp>
      <p:sp>
        <p:nvSpPr>
          <p:cNvPr id="22" name="Shape 14"/>
          <p:cNvSpPr/>
          <p:nvPr/>
        </p:nvSpPr>
        <p:spPr>
          <a:xfrm>
            <a:off x="548640" y="3218688"/>
            <a:ext cx="3977640" cy="457200"/>
          </a:xfrm>
          <a:prstGeom prst="roundRect">
            <a:avLst>
              <a:gd name="adj" fmla="val 10000"/>
            </a:avLst>
          </a:prstGeom>
          <a:solidFill>
            <a:srgbClr val="F4F4F5"/>
          </a:solidFill>
          <a:ln/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3319272"/>
            <a:ext cx="256032" cy="256032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1051560" y="321868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Mengelola relasi data</a:t>
            </a:r>
            <a:endParaRPr lang="en-US" sz="1150" dirty="0"/>
          </a:p>
        </p:txBody>
      </p:sp>
      <p:sp>
        <p:nvSpPr>
          <p:cNvPr id="25" name="Shape 16"/>
          <p:cNvSpPr/>
          <p:nvPr/>
        </p:nvSpPr>
        <p:spPr>
          <a:xfrm>
            <a:off x="4663440" y="3218688"/>
            <a:ext cx="3977640" cy="457200"/>
          </a:xfrm>
          <a:prstGeom prst="roundRect">
            <a:avLst>
              <a:gd name="adj" fmla="val 10000"/>
            </a:avLst>
          </a:prstGeom>
          <a:solidFill>
            <a:srgbClr val="F4F4F5"/>
          </a:solidFill>
          <a:ln/>
        </p:spPr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00600" y="3319272"/>
            <a:ext cx="256032" cy="256032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5166360" y="321868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Membuat REST API sederhana</a:t>
            </a:r>
            <a:endParaRPr lang="en-US" sz="1150" dirty="0"/>
          </a:p>
        </p:txBody>
      </p:sp>
      <p:sp>
        <p:nvSpPr>
          <p:cNvPr id="28" name="Shape 18"/>
          <p:cNvSpPr/>
          <p:nvPr/>
        </p:nvSpPr>
        <p:spPr>
          <a:xfrm>
            <a:off x="548640" y="3767328"/>
            <a:ext cx="3977640" cy="457200"/>
          </a:xfrm>
          <a:prstGeom prst="roundRect">
            <a:avLst>
              <a:gd name="adj" fmla="val 10000"/>
            </a:avLst>
          </a:prstGeom>
          <a:solidFill>
            <a:srgbClr val="F4F4F5"/>
          </a:solidFill>
          <a:ln/>
        </p:spPr>
      </p:sp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3867912"/>
            <a:ext cx="256032" cy="256032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1051560" y="376732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Men-deploy aplikasi ke internet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3566160" y="502920"/>
            <a:ext cx="2011680" cy="20116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22860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SELAMAT!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48640" y="27432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Kamu kini seorang Web Programmer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48640" y="35204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"apa itu HTML" di Hari 1 — hingga aplikasi Laravel online di Hari 15.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777240" y="4069080"/>
            <a:ext cx="1280160" cy="457200"/>
          </a:xfrm>
          <a:prstGeom prst="roundRect">
            <a:avLst>
              <a:gd name="adj" fmla="val 20000"/>
            </a:avLst>
          </a:prstGeom>
          <a:solidFill>
            <a:srgbClr val="27272A"/>
          </a:solidFill>
          <a:ln w="12700">
            <a:solidFill>
              <a:srgbClr val="EF3B2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40690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HTML/CSS/JS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084832" y="4069080"/>
            <a:ext cx="1280160" cy="457200"/>
          </a:xfrm>
          <a:prstGeom prst="roundRect">
            <a:avLst>
              <a:gd name="adj" fmla="val 20000"/>
            </a:avLst>
          </a:prstGeom>
          <a:solidFill>
            <a:srgbClr val="27272A"/>
          </a:solidFill>
          <a:ln w="12700">
            <a:solidFill>
              <a:srgbClr val="EF3B2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084832" y="40690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&amp; OOP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392424" y="4069080"/>
            <a:ext cx="1280160" cy="457200"/>
          </a:xfrm>
          <a:prstGeom prst="roundRect">
            <a:avLst>
              <a:gd name="adj" fmla="val 20000"/>
            </a:avLst>
          </a:prstGeom>
          <a:solidFill>
            <a:srgbClr val="27272A"/>
          </a:solidFill>
          <a:ln w="12700">
            <a:solidFill>
              <a:srgbClr val="EF3B2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392424" y="40690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700016" y="4069080"/>
            <a:ext cx="1280160" cy="457200"/>
          </a:xfrm>
          <a:prstGeom prst="roundRect">
            <a:avLst>
              <a:gd name="adj" fmla="val 20000"/>
            </a:avLst>
          </a:prstGeom>
          <a:solidFill>
            <a:srgbClr val="27272A"/>
          </a:solidFill>
          <a:ln w="12700">
            <a:solidFill>
              <a:srgbClr val="EF3B2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700016" y="40690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MVC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007608" y="4069080"/>
            <a:ext cx="1280160" cy="457200"/>
          </a:xfrm>
          <a:prstGeom prst="roundRect">
            <a:avLst>
              <a:gd name="adj" fmla="val 20000"/>
            </a:avLst>
          </a:prstGeom>
          <a:solidFill>
            <a:srgbClr val="27272A"/>
          </a:solidFill>
          <a:ln w="12700">
            <a:solidFill>
              <a:srgbClr val="EF3B2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007608" y="40690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&amp; Auth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7315200" y="4069080"/>
            <a:ext cx="1280160" cy="457200"/>
          </a:xfrm>
          <a:prstGeom prst="roundRect">
            <a:avLst>
              <a:gd name="adj" fmla="val 20000"/>
            </a:avLst>
          </a:prstGeom>
          <a:solidFill>
            <a:srgbClr val="27272A"/>
          </a:solidFill>
          <a:ln w="12700">
            <a:solidFill>
              <a:srgbClr val="EF3B2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315200" y="40690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&amp; Deploy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548640" y="47091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Terima kasih &amp; teruslah membangun.  —  PT LPK Mentorbox Indonesia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 Ajar Hari 15 - Finalisasi, Deployment &amp; Presentasi</dc:title>
  <dc:subject>PptxGenJS Presentation</dc:subject>
  <dc:creator>PT LPK Mentorbox Indonesia</dc:creator>
  <cp:lastModifiedBy>PT LPK Mentorbox Indonesia</cp:lastModifiedBy>
  <cp:revision>1</cp:revision>
  <dcterms:created xsi:type="dcterms:W3CDTF">2026-07-06T10:24:22Z</dcterms:created>
  <dcterms:modified xsi:type="dcterms:W3CDTF">2026-07-06T10:24:22Z</dcterms:modified>
</cp:coreProperties>
</file>