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3B2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4E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Praktik</c:v>
                </c:pt>
                <c:pt idx="1">
                  <c:v>Teori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3B2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8717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CA5A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4E4E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Proyek akhir</c:v>
                </c:pt>
                <c:pt idx="1">
                  <c:v>Output harian</c:v>
                </c:pt>
                <c:pt idx="2">
                  <c:v>Presentasi</c:v>
                </c:pt>
                <c:pt idx="3">
                  <c:v>Partisipasi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72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126480" y="100584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694944"/>
            <a:ext cx="310896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61872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PELATIHAN VOKASI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16916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Programmer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566928" y="3401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Web dengan </a:t>
            </a:r>
            <a:pPr indent="0" marL="0">
              <a:buNone/>
            </a:pPr>
            <a:r>
              <a:rPr lang="en-US" sz="20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66928" y="4224528"/>
            <a:ext cx="1056132" cy="457200"/>
          </a:xfrm>
          <a:prstGeom prst="roundRect">
            <a:avLst>
              <a:gd name="adj" fmla="val 16000"/>
            </a:avLst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" y="4224528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Hari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824228" y="4224528"/>
            <a:ext cx="1056132" cy="457200"/>
          </a:xfrm>
          <a:prstGeom prst="roundRect">
            <a:avLst>
              <a:gd name="adj" fmla="val 16000"/>
            </a:avLst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4228" y="4224528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Jam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081528" y="4224528"/>
            <a:ext cx="1581912" cy="457200"/>
          </a:xfrm>
          <a:prstGeom prst="roundRect">
            <a:avLst>
              <a:gd name="adj" fmla="val 16000"/>
            </a:avLst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81528" y="422452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Pemula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nol menjadi programmer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intensif berbasis praktik yang membawa peserta tanpa latar belakang coding hingga mampu membangun dan menerbitkan aplikasi web sungguhan menggunakan Laravel — framework PHP paling populer di industri.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141732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42432" y="1673352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80136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5453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pelatihan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550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jam / hari, 120 jam total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251460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42432" y="2770632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89864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26426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Pemula  </a:t>
            </a:r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prasyarat coding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35508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bisa operasikan komputer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532120" y="36118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42432" y="3867912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99592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739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</a:t>
            </a:r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Porsi praktik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550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dengan langsung mengetik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390448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298448" y="3877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298448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971800" y="370332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154680" y="390448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8" name="Text 23"/>
          <p:cNvSpPr/>
          <p:nvPr/>
        </p:nvSpPr>
        <p:spPr>
          <a:xfrm>
            <a:off x="31546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3721608" y="387705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Tenroaji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3721608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AKHIR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Peserta mampu membangun 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F3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web fungsional berbasis Laravel</a:t>
            </a:r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yang siap digunakan.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956816" cy="1234440"/>
          </a:xfrm>
          <a:prstGeom prst="roundRect">
            <a:avLst>
              <a:gd name="adj" fmla="val 6667"/>
            </a:avLst>
          </a:prstGeom>
          <a:solidFill>
            <a:srgbClr val="27272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349300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0" y="3636386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069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660904" y="3246120"/>
            <a:ext cx="1956816" cy="1234440"/>
          </a:xfrm>
          <a:prstGeom prst="roundRect">
            <a:avLst>
              <a:gd name="adj" fmla="val 6667"/>
            </a:avLst>
          </a:prstGeom>
          <a:solidFill>
            <a:srgbClr val="27272A"/>
          </a:solidFill>
          <a:ln/>
        </p:spPr>
      </p:sp>
      <p:sp>
        <p:nvSpPr>
          <p:cNvPr id="9" name="Shape 6"/>
          <p:cNvSpPr/>
          <p:nvPr/>
        </p:nvSpPr>
        <p:spPr>
          <a:xfrm>
            <a:off x="2916936" y="349300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314" y="3636386"/>
            <a:ext cx="225308" cy="2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3784" y="4069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user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773168" y="3246120"/>
            <a:ext cx="1956816" cy="1234440"/>
          </a:xfrm>
          <a:prstGeom prst="roundRect">
            <a:avLst>
              <a:gd name="adj" fmla="val 6667"/>
            </a:avLst>
          </a:prstGeom>
          <a:solidFill>
            <a:srgbClr val="27272A"/>
          </a:solidFill>
          <a:ln/>
        </p:spPr>
      </p:sp>
      <p:sp>
        <p:nvSpPr>
          <p:cNvPr id="13" name="Shape 9"/>
          <p:cNvSpPr/>
          <p:nvPr/>
        </p:nvSpPr>
        <p:spPr>
          <a:xfrm>
            <a:off x="5029200" y="349300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78" y="3636386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6048" y="4069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database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885432" y="3246120"/>
            <a:ext cx="1956816" cy="1234440"/>
          </a:xfrm>
          <a:prstGeom prst="roundRect">
            <a:avLst>
              <a:gd name="adj" fmla="val 6667"/>
            </a:avLst>
          </a:prstGeom>
          <a:solidFill>
            <a:srgbClr val="27272A"/>
          </a:solidFill>
          <a:ln/>
        </p:spPr>
      </p:sp>
      <p:sp>
        <p:nvSpPr>
          <p:cNvPr id="17" name="Shape 12"/>
          <p:cNvSpPr/>
          <p:nvPr/>
        </p:nvSpPr>
        <p:spPr>
          <a:xfrm>
            <a:off x="7141464" y="349300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842" y="3636386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68312" y="406908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deploy online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kompetensi yang dikuasai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19656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74" y="1963034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865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web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6609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client–server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24328" y="160020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43784" y="1819656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162" y="1963034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25496" y="23865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web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825496" y="26609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0016" y="160020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19472" y="1819656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50" y="1963034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01184" y="23865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PHP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901184" y="26609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Prosedural &amp; OOP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75704" y="160020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95160" y="1819656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538" y="1963034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76872" y="238658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76872" y="2660904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&amp; SQL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227832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344728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74" y="3590666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0142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MVC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49808" y="42885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Blade, Eloquent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624328" y="3227832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843784" y="344728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162" y="3590666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25496" y="40142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2825496" y="42885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hak akses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700016" y="3227832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919472" y="344728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2850" y="3590666"/>
            <a:ext cx="225308" cy="2253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01184" y="40142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data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4901184" y="42885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relationship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775704" y="3227832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95160" y="3447288"/>
            <a:ext cx="512064" cy="51206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8538" y="3590666"/>
            <a:ext cx="225308" cy="2253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76872" y="40142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976872" y="42885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JSON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KURIKULUM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fase menuju Laravel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E4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450592" y="182880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211" y="19824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39572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Web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" y="2743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1–3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3127248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struktur halaman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layout responsif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dasar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92424" y="160020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21024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E4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5294376" y="182880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95" y="19824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48456" y="239572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Backend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648456" y="2743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4–6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48456" y="3127248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fundamental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OOP &amp; Composer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36208" y="1600200"/>
            <a:ext cx="2679192" cy="2926080"/>
          </a:xfrm>
          <a:prstGeom prst="roundRect">
            <a:avLst>
              <a:gd name="adj" fmla="val 2730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64808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E4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8138160" y="1828800"/>
            <a:ext cx="548640" cy="54864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198241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2395728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&amp; Proyek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6492240" y="27432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7–15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92240" y="3127248"/>
            <a:ext cx="222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Blade, Eloquent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Auth, Relasi, API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&amp; deploy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hari, langkah demi langkah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3619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Web &amp; HTML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&amp; Layout Responsif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8529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Dasar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Fundamental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1696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OOP &amp; Composer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30168" y="1536192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363016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97096" y="153619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 (MySQL)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30168" y="21945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3" name="Text 21"/>
          <p:cNvSpPr/>
          <p:nvPr/>
        </p:nvSpPr>
        <p:spPr>
          <a:xfrm>
            <a:off x="363016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97096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Laravel &amp; MVC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30168" y="285292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97096" y="28529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 &amp; Controller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30168" y="3511296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9" name="Text 27"/>
          <p:cNvSpPr/>
          <p:nvPr/>
        </p:nvSpPr>
        <p:spPr>
          <a:xfrm>
            <a:off x="363016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97096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Eloquent, Migration &amp; Model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30168" y="4169664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2" name="Text 30"/>
          <p:cNvSpPr/>
          <p:nvPr/>
        </p:nvSpPr>
        <p:spPr>
          <a:xfrm>
            <a:off x="3630168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97096" y="41696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Validasi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711696" y="1536192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5" name="Text 33"/>
          <p:cNvSpPr/>
          <p:nvPr/>
        </p:nvSpPr>
        <p:spPr>
          <a:xfrm>
            <a:off x="671169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78624" y="153619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Otorisasi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711696" y="21945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8" name="Text 36"/>
          <p:cNvSpPr/>
          <p:nvPr/>
        </p:nvSpPr>
        <p:spPr>
          <a:xfrm>
            <a:off x="67116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278624" y="219456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Eloquent &amp; Fitur Lanjutan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11696" y="285292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41" name="Text 39"/>
          <p:cNvSpPr/>
          <p:nvPr/>
        </p:nvSpPr>
        <p:spPr>
          <a:xfrm>
            <a:off x="671169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278624" y="28529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Integrasi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711696" y="3511296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44" name="Text 42"/>
          <p:cNvSpPr/>
          <p:nvPr/>
        </p:nvSpPr>
        <p:spPr>
          <a:xfrm>
            <a:off x="6711696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78624" y="351129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 (Pengembangan)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711696" y="4169664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47" name="Text 45"/>
          <p:cNvSpPr/>
          <p:nvPr/>
        </p:nvSpPr>
        <p:spPr>
          <a:xfrm>
            <a:off x="6711696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278624" y="41696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Finalisasi, Deploy &amp; Presentasi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BELAJAR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dengan mengerjakan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2926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05156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840480" y="173736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041648" y="1956816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423" y="2074591"/>
            <a:ext cx="185075" cy="185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1865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harian 8 jam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17720" y="21762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pagi, praktik &amp; lab siang, mini-project sore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840480" y="269748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041648" y="2916936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423" y="3034711"/>
            <a:ext cx="185075" cy="185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825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nyata tiap hari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617720" y="3136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hari menghasilkan karya yang bisa dinilai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840480" y="365760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041648" y="3877056"/>
            <a:ext cx="420624" cy="420624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423" y="3994831"/>
            <a:ext cx="185075" cy="185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1772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studi kasus konsisten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4617720" y="40965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 dari PHP ke SQL ke Laravel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AKHIR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 aplikasi nyata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memilih satu tema dan membangunnya utuh: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965960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068373"/>
            <a:ext cx="160934" cy="1609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Inventori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" y="2587752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690165"/>
            <a:ext cx="160934" cy="1609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496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Data Peserta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118104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E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58368" y="3209544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311957"/>
            <a:ext cx="160934" cy="1609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1181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Sederhana (POS)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739896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EF2F2"/>
          </a:solidFill>
          <a:ln/>
        </p:spPr>
      </p:sp>
      <p:sp>
        <p:nvSpPr>
          <p:cNvPr id="18" name="Shape 13"/>
          <p:cNvSpPr/>
          <p:nvPr/>
        </p:nvSpPr>
        <p:spPr>
          <a:xfrm>
            <a:off x="658368" y="3831336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933749"/>
            <a:ext cx="160934" cy="1609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7398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CMS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4361688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EF2F2"/>
          </a:solidFill>
          <a:ln/>
        </p:spPr>
      </p:sp>
      <p:sp>
        <p:nvSpPr>
          <p:cNvPr id="22" name="Shape 16"/>
          <p:cNvSpPr/>
          <p:nvPr/>
        </p:nvSpPr>
        <p:spPr>
          <a:xfrm>
            <a:off x="658368" y="4453128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4555541"/>
            <a:ext cx="160934" cy="1609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3616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937760" y="1874520"/>
            <a:ext cx="3657600" cy="2788920"/>
          </a:xfrm>
          <a:prstGeom prst="roundRect">
            <a:avLst>
              <a:gd name="adj" fmla="val 2951"/>
            </a:avLst>
          </a:prstGeom>
          <a:solidFill>
            <a:srgbClr val="18181B"/>
          </a:solidFill>
          <a:ln/>
        </p:spPr>
      </p:sp>
      <p:sp>
        <p:nvSpPr>
          <p:cNvPr id="26" name="Text 19"/>
          <p:cNvSpPr/>
          <p:nvPr/>
        </p:nvSpPr>
        <p:spPr>
          <a:xfrm>
            <a:off x="52120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Syarat minimal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230368" y="2487168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2 tabel yang berelasi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CRUD lengkap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login / autentikasi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responsif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Ter-deploy &amp; dapat diakses online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Berbasis kompetensi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600200"/>
          <a:ext cx="3383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proyek akhir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114800" y="205740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F4F4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21284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0574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Fungsionalitas CRUD 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operasi data berjalan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114800" y="269748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F4F4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28529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26974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hak akses 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berfungsi, area terproteksi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114800" y="333756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F4F4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49300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3337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&amp; validasi 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terhubung, input tervalidasi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114800" y="3977640"/>
            <a:ext cx="4480560" cy="566928"/>
          </a:xfrm>
          <a:prstGeom prst="roundRect">
            <a:avLst>
              <a:gd name="adj" fmla="val 11290"/>
            </a:avLst>
          </a:prstGeom>
          <a:solidFill>
            <a:srgbClr val="F4F4F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133088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63440" y="39776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deployment   </a:t>
            </a:r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Rapi, responsif, online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PERKAKAS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prasyarat teknis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5681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3" y="2105315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7510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35915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8456" y="195681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55" y="2105315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0832" y="197510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Laragon / XAMPP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70832" y="235915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lokal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195681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027" y="2105315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32904" y="197510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Composer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32904" y="235915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dependency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337413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83" y="3522635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3924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377647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48456" y="337413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955" y="3522635"/>
            <a:ext cx="233355" cy="2333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70832" y="33924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370832" y="377647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207008"/>
          </a:xfrm>
          <a:prstGeom prst="roundRect">
            <a:avLst>
              <a:gd name="adj" fmla="val 606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0528" y="3374136"/>
            <a:ext cx="530352" cy="530352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027" y="3522635"/>
            <a:ext cx="233355" cy="23335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32904" y="3392424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32904" y="377647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REST API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disarankan: RAM 8 GB, prosesor setara Core i3 ke atas, koneksi internet stabil.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309360" y="2743200"/>
            <a:ext cx="265176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234440"/>
            <a:ext cx="658368" cy="65836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99032"/>
            <a:ext cx="329184" cy="3291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148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Mencetak web programmer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siap kerja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66928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hari · 120 jam · dari nol hingga aplikasi Laravel yang siap tayang.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66928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Pelatihan Web Programmer Dasar - Laravel</dc:title>
  <dc:subject>PptxGenJS Presentation</dc:subject>
  <dc:creator>PT LPK Mentorbox Indonesia</dc:creator>
  <cp:lastModifiedBy>PT LPK Mentorbox Indonesia</cp:lastModifiedBy>
  <cp:revision>1</cp:revision>
  <dcterms:created xsi:type="dcterms:W3CDTF">2026-07-05T22:17:42Z</dcterms:created>
  <dcterms:modified xsi:type="dcterms:W3CDTF">2026-07-05T22:17:42Z</dcterms:modified>
</cp:coreProperties>
</file>