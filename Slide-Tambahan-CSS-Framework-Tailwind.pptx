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5943600" y="1920240"/>
            <a:ext cx="3017520" cy="30175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468880" cy="411480"/>
          </a:xfrm>
          <a:prstGeom prst="roundRect">
            <a:avLst>
              <a:gd name="adj" fmla="val 20000"/>
            </a:avLst>
          </a:prstGeom>
          <a:solidFill>
            <a:srgbClr val="EF3B2D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566928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TAMBAHAN  ·  BONUS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6002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CSS Framework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566928" y="265176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Mempercantik halaman lebih cepat dengan Tailwind CSS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66928" y="32461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ke mini-project </a:t>
            </a:r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profil.html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66928" y="4343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Ajar · Pelatihan Web Programmer Dasar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46120" cy="5143500"/>
          </a:xfrm>
          <a:prstGeom prst="rect">
            <a:avLst/>
          </a:prstGeom>
          <a:solidFill>
            <a:srgbClr val="18181B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4572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INSTRUKTUR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22960" y="941832"/>
            <a:ext cx="1591056" cy="1591056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5" name="Image 0" descr="/home/claude/deck/nasrullah_avat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005840"/>
            <a:ext cx="1463040" cy="14630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228600" y="26517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Nasrullah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228600" y="3127248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</a:t>
            </a:r>
            <a:endParaRPr lang="en-US" sz="1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Magau Jaya Digital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LPK Mentorbox Indonesia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914400" y="4206240"/>
            <a:ext cx="1417320" cy="0"/>
          </a:xfrm>
          <a:prstGeom prst="line">
            <a:avLst/>
          </a:prstGeom>
          <a:noFill/>
          <a:ln w="12700">
            <a:solidFill>
              <a:srgbClr val="3F3F46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4370832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432511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nasrullah.id</a:t>
            </a:r>
            <a:endParaRPr lang="en-US" sz="11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681728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46360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4D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github.com/nasrullahid</a:t>
            </a:r>
            <a:endParaRPr lang="en-US" sz="1150" dirty="0"/>
          </a:p>
        </p:txBody>
      </p:sp>
      <p:sp>
        <p:nvSpPr>
          <p:cNvPr id="13" name="Shape 8"/>
          <p:cNvSpPr/>
          <p:nvPr/>
        </p:nvSpPr>
        <p:spPr>
          <a:xfrm>
            <a:off x="3611880" y="54864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896" y="676656"/>
            <a:ext cx="201168" cy="20116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06240" y="58521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PENDIDIKAN</a:t>
            </a:r>
            <a:endParaRPr lang="en-US" sz="1300" dirty="0"/>
          </a:p>
        </p:txBody>
      </p:sp>
      <p:sp>
        <p:nvSpPr>
          <p:cNvPr id="16" name="Text 10"/>
          <p:cNvSpPr/>
          <p:nvPr/>
        </p:nvSpPr>
        <p:spPr>
          <a:xfrm>
            <a:off x="3657600" y="107899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 Pendidikan Teknik Informatika dan Komputer</a:t>
            </a:r>
            <a:endParaRPr lang="en-US" sz="12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Negeri Makassar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3611880" y="173736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9896" y="1865376"/>
            <a:ext cx="201168" cy="20116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206240" y="177393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PENGALAMAN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3657600" y="226771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Director PT Magau Jaya Digital — membangun beragam produk digital &amp; SaaS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PT LPK Mentorbox Indonesia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developer (Laravel, Next.js, PostgreSQL)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Praktisi sertifikasi profesi BNSP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611880" y="3611880"/>
            <a:ext cx="457200" cy="457200"/>
          </a:xfrm>
          <a:prstGeom prst="ellipse">
            <a:avLst/>
          </a:prstGeom>
          <a:solidFill>
            <a:srgbClr val="EF3B2D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9896" y="3739896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4206240" y="3648456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</a:t>
            </a:r>
            <a:endParaRPr lang="en-US" sz="1300" dirty="0"/>
          </a:p>
        </p:txBody>
      </p:sp>
      <p:sp>
        <p:nvSpPr>
          <p:cNvPr id="24" name="Text 16"/>
          <p:cNvSpPr/>
          <p:nvPr/>
        </p:nvSpPr>
        <p:spPr>
          <a:xfrm>
            <a:off x="3657600" y="4142232"/>
            <a:ext cx="48920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Asesor Kompetensi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 Pelatihan Lv 4 — BNSP</a:t>
            </a:r>
            <a:endParaRPr lang="en-US" sz="1200" dirty="0"/>
          </a:p>
          <a:p>
            <a:pPr marL="165100" indent="-1651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 Junior Web Developer — BPPSDMP Makassar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MATERI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bagian, satu praktik nyata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1837944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379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88366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1691640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CSS framework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sp>
        <p:nvSpPr>
          <p:cNvPr id="10" name="Shape 7"/>
          <p:cNvSpPr/>
          <p:nvPr/>
        </p:nvSpPr>
        <p:spPr>
          <a:xfrm>
            <a:off x="713232" y="2587752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1" name="Text 8"/>
          <p:cNvSpPr/>
          <p:nvPr/>
        </p:nvSpPr>
        <p:spPr>
          <a:xfrm>
            <a:off x="713232" y="2587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63347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28800" y="2441448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Memasang Tailwind (CDN)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48640" y="3191256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sp>
        <p:nvSpPr>
          <p:cNvPr id="15" name="Shape 11"/>
          <p:cNvSpPr/>
          <p:nvPr/>
        </p:nvSpPr>
        <p:spPr>
          <a:xfrm>
            <a:off x="713232" y="3337560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16" name="Text 12"/>
          <p:cNvSpPr/>
          <p:nvPr/>
        </p:nvSpPr>
        <p:spPr>
          <a:xfrm>
            <a:off x="713232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338328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3191256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 class dasar &amp; responsive</a:t>
            </a:r>
            <a:endParaRPr lang="en-US" sz="1500" dirty="0"/>
          </a:p>
        </p:txBody>
      </p:sp>
      <p:sp>
        <p:nvSpPr>
          <p:cNvPr id="19" name="Shape 14"/>
          <p:cNvSpPr/>
          <p:nvPr/>
        </p:nvSpPr>
        <p:spPr>
          <a:xfrm>
            <a:off x="548640" y="3941064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F4F4F5"/>
          </a:solidFill>
          <a:ln/>
        </p:spPr>
      </p:sp>
      <p:sp>
        <p:nvSpPr>
          <p:cNvPr id="20" name="Shape 15"/>
          <p:cNvSpPr/>
          <p:nvPr/>
        </p:nvSpPr>
        <p:spPr>
          <a:xfrm>
            <a:off x="713232" y="4087368"/>
            <a:ext cx="365760" cy="365760"/>
          </a:xfrm>
          <a:prstGeom prst="ellipse">
            <a:avLst/>
          </a:prstGeom>
          <a:solidFill>
            <a:srgbClr val="EF3B2D"/>
          </a:solidFill>
          <a:ln/>
        </p:spPr>
      </p:sp>
      <p:sp>
        <p:nvSpPr>
          <p:cNvPr id="21" name="Text 16"/>
          <p:cNvSpPr/>
          <p:nvPr/>
        </p:nvSpPr>
        <p:spPr>
          <a:xfrm>
            <a:off x="713232" y="4087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413308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828800" y="3941064"/>
            <a:ext cx="6583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 ke profil.html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Durasi fleksibel (~3–4 jam). Cocok diselipkan setelah Hari 2 (CSS &amp; Layout).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TAMBAHAN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Mengenal CSS Framework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 tampilan tanpa menulis CSS dari nol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pakai CSS framework?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MANUAL (Hari 2)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Tulis semua style sendiri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file .css terpisah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Pikirkan warna, spacing, responsive sendiri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15968" y="2743200"/>
            <a:ext cx="502920" cy="50292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56786" y="2884018"/>
            <a:ext cx="221285" cy="22128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937760" y="1691640"/>
            <a:ext cx="3657600" cy="2651760"/>
          </a:xfrm>
          <a:prstGeom prst="roundRect">
            <a:avLst>
              <a:gd name="adj" fmla="val 2759"/>
            </a:avLst>
          </a:prstGeom>
          <a:solidFill>
            <a:srgbClr val="18181B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874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FRAMEWORK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212080" y="233172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siap pakai berupa class</a:t>
            </a:r>
            <a:endParaRPr lang="en-US" sz="1250" dirty="0"/>
          </a:p>
          <a:p>
            <a:pPr marL="165100" indent="-1651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Cukup tambahkan class ke elemen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 &amp; konsisten secara bawaan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4526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Populer: Tailwind CSS (utility-first) &amp; Bootstrap (component-based). Kita fokus Tailwind — dipakai Laravel.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 · KONSEP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Utility-first vs Component-based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2880360"/>
          </a:xfrm>
          <a:prstGeom prst="roundRect">
            <a:avLst>
              <a:gd name="adj" fmla="val 2857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920240"/>
            <a:ext cx="502920" cy="502920"/>
          </a:xfrm>
          <a:prstGeom prst="ellipse">
            <a:avLst/>
          </a:prstGeom>
          <a:solidFill>
            <a:srgbClr val="0F172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2061058"/>
            <a:ext cx="221285" cy="2212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17320" y="2359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22960" y="27889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class kecil satu-fungsi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Dirakit langsung di HTML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Sangat fleksibel &amp; kustom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Laravel Breeze (Hari 11)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663440" y="1691640"/>
            <a:ext cx="3931920" cy="2880360"/>
          </a:xfrm>
          <a:prstGeom prst="roundRect">
            <a:avLst>
              <a:gd name="adj" fmla="val 2857"/>
            </a:avLst>
          </a:prstGeom>
          <a:solidFill>
            <a:srgbClr val="F4F4F5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920240"/>
            <a:ext cx="502920" cy="502920"/>
          </a:xfrm>
          <a:prstGeom prst="ellipse">
            <a:avLst/>
          </a:prstGeom>
          <a:solidFill>
            <a:srgbClr val="7952B3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858" y="2061058"/>
            <a:ext cx="221285" cy="22128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9659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Bootstrap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5532120" y="23591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component-based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937760" y="2788920"/>
            <a:ext cx="3474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jadi (btn, card, navbar)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Cepat untuk tampilan standar</a:t>
            </a:r>
            <a:endParaRPr lang="en-US" sz="1150" dirty="0"/>
          </a:p>
          <a:p>
            <a:pPr marL="165100" indent="-1651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sedikit kustomisasi</a:t>
            </a:r>
            <a:endParaRPr lang="en-US" sz="1150" dirty="0"/>
          </a:p>
          <a:p>
            <a:pPr marL="165100" indent="-165100">
              <a:buSzPct val="100000"/>
              <a:buChar char="•"/>
            </a:pPr>
            <a:r>
              <a:rPr lang="en-US" sz="11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Alternatif yang juga populer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 · GUIDED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Memasang Tailwind (cara tercepat)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90118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cukup satu baris di dalam &lt;head&gt;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&lt;script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src="https://cdn.tailwindcss.com"&gt;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&lt;/script&gt;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35040" y="1783080"/>
            <a:ext cx="2560320" cy="2194560"/>
          </a:xfrm>
          <a:prstGeom prst="roundRect">
            <a:avLst>
              <a:gd name="adj" fmla="val 3333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6236208" y="1965960"/>
            <a:ext cx="457200" cy="457200"/>
          </a:xfrm>
          <a:prstGeom prst="ellipse">
            <a:avLst/>
          </a:prstGeom>
          <a:solidFill>
            <a:srgbClr val="38BDF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64224" y="2093976"/>
            <a:ext cx="201168" cy="20116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12280" y="1965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Play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236208" y="251460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instan untuk belajar &amp; file statis seperti profil.html. Untuk proyek produksi, Tailwind dipasang via build (npm).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ini, kita cukup menambahkan class Tailwind langsung ke elemen HTML — tanpa file .css.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TAMBAHAN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Utility Class Dasar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Sekumpulan class kecil yang dirakit jadi tampilan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Layout &amp; spacing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08406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layout fleksibel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class="flex items-center gap-4"&gt;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grid 2 kolom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class="grid grid-cols-2 gap-6"&gt;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jarak dalam (padding) &amp; luar (margin)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class="p-6 mt-8 mx-auto"&gt;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217920" y="17830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/ grid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217920" y="20208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menata elemen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0" y="24414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gap-4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26791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jarak antar item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17920" y="30998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p-6  px-4  py-2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33375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padding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0" y="37581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m-4  mt-8  mx-auto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3995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= ukuran: p-2 (kecil) → p-8 (besar). Kelipatan 0.25rem.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Teks &amp; warna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94960" cy="2834640"/>
          </a:xfrm>
          <a:prstGeom prst="roundRect">
            <a:avLst>
              <a:gd name="adj" fmla="val 2581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4992624" cy="2542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class="text-3xl font-bold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text-center text-gray-800"&gt;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Budi Santoso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&lt;/h1&gt;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&lt;span class="bg-red-600 text-white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px-3 py-1 rounded"&gt;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 Developer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&lt;/span&gt;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26480" y="178308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text-xl / 2xl / 3xl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126480" y="20116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teks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233172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font-bold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26480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tebal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26480" y="28803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text-center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26480" y="31089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 tengah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26480" y="342900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text-gray-800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2648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teks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39776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bg-red-600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126480" y="420624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warna latar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Efek &amp; responsive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92224"/>
            <a:ext cx="5266944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kartu: rounded + shadow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class="rounded-xl shadow-lg p-6"&gt;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foto bulat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class="w-40 h-40 rounded-full"&gt;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9AE6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RESPONSIVE: prefix layar</a:t>
            </a:r>
            <a:endParaRPr lang="en-US" sz="10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&lt;div class="grid grid-cols-1 md:grid-cols-2"&gt;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400800" y="17830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rounded-lg / full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6400800" y="2011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sudut membulat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0" y="24048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shadow / shadow-lg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0" y="26334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bayangan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0" y="302666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0" y="32552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garis tepi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364845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3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sm:  md:  lg: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0" y="38770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responsif per layar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4480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md:grid-cols-2 = di layar sedang ke atas jadi 2 kolom; di HP tetap 1 kolom. Itulah responsive!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TAMBAHAN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19456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Implementasi ke profil.html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3246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Menyulap CV online Hari 1 jadi tampilan modern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 ·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→ sesudah Tailwind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(HTML polos)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2020824"/>
            <a:ext cx="362102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src="foto.jpg"&gt;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&lt;h1&gt;Budi Santoso&lt;/h1&gt;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&lt;p&gt;Web Developer&lt;/p&gt;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846320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Sesudah (dengan Tailwind)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846320" y="1874520"/>
            <a:ext cx="3749040" cy="2286000"/>
          </a:xfrm>
          <a:prstGeom prst="roundRect">
            <a:avLst>
              <a:gd name="adj" fmla="val 3200"/>
            </a:avLst>
          </a:prstGeom>
          <a:solidFill>
            <a:srgbClr val="1E1E22"/>
          </a:solidFill>
          <a:ln/>
          <a:effectLst>
            <a:outerShdw sx="100000" sy="100000" kx="0" ky="0" algn="bl" rotWithShape="0" blurRad="889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47488" y="2020824"/>
            <a:ext cx="3346704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&lt;img src="foto.jpg"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class="w-40 h-40 rounded-full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mx-auto shadow-lg"&gt;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&lt;h1 class="text-3xl font-bold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text-center"&gt;Budi Santoso&lt;/h1&gt;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 class="text-center text-red-600"&gt;</a:t>
            </a:r>
            <a:endParaRPr lang="en-US" sz="9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E4E4E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Web Developer&lt;/p&gt;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4297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171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 HTML sama — hanya menambah class. Tampilan langsung profesional &amp; responsif.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 · MINI-PROJECT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72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profil.html versi modern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977640" cy="3063240"/>
          </a:xfrm>
          <a:prstGeom prst="roundRect">
            <a:avLst>
              <a:gd name="adj" fmla="val 2388"/>
            </a:avLst>
          </a:prstGeom>
          <a:solidFill>
            <a:srgbClr val="FEF2F2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ada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35661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Pasang Tailwind via CDN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profil bulat + shadow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Kartu biodata (rounded + shadow)</a:t>
            </a:r>
            <a:endParaRPr lang="en-US" sz="12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 keahlian rapi berwarna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272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kontak &amp; layout responsif (md:)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3063240"/>
          </a:xfrm>
          <a:prstGeom prst="roundRect">
            <a:avLst>
              <a:gd name="adj" fmla="val 2388"/>
            </a:avLst>
          </a:prstGeom>
          <a:solidFill>
            <a:srgbClr val="18181B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yang dipakai</a:t>
            </a:r>
            <a:endParaRPr lang="en-US" sz="15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2359152"/>
            <a:ext cx="256032" cy="2560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303520" y="23317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max-w-2xl mx-auto</a:t>
            </a:r>
            <a:endParaRPr lang="en-US" sz="11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834640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2807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rounded-xl shadow-lg p-6</a:t>
            </a:r>
            <a:endParaRPr lang="en-US" sz="11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31012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03520" y="328269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 / grid md:grid-cols-2</a:t>
            </a:r>
            <a:endParaRPr lang="en-US" sz="11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785616"/>
            <a:ext cx="256032" cy="25603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03520" y="37581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bg-red-600 text-white</a:t>
            </a:r>
            <a:endParaRPr lang="en-US" sz="11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4261104"/>
            <a:ext cx="256032" cy="2560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03520" y="4233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F4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w-full rounded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6492240" y="2834640"/>
            <a:ext cx="2468880" cy="24688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5029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548640" y="8686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kamu dapat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566928" y="1737360"/>
            <a:ext cx="5669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Mempercantik halaman jauh lebih cepat lewat utility class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profil.html kini modern &amp; responsif tanpa file CSS terpisah</a:t>
            </a:r>
            <a:endParaRPr lang="en-US" sz="1250" dirty="0"/>
          </a:p>
          <a:p>
            <a:pPr marL="177800" indent="-177800">
              <a:buSzPct val="100000"/>
              <a:buChar char="•"/>
            </a:pPr>
            <a:r>
              <a:rPr lang="en-US" sz="12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Bekal langsung terpakai: Laravel Breeze (Hari 11) memakai Tailwind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48640" y="4114800"/>
            <a:ext cx="7315200" cy="640080"/>
          </a:xfrm>
          <a:prstGeom prst="roundRect">
            <a:avLst>
              <a:gd name="adj" fmla="val 11429"/>
            </a:avLst>
          </a:prstGeom>
          <a:solidFill>
            <a:srgbClr val="27272A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2702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411480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F3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Lanjutan: </a:t>
            </a:r>
            <a:pPr indent="0" marL="0">
              <a:buNone/>
            </a:pPr>
            <a:r>
              <a:rPr lang="en-US" sz="1350" dirty="0">
                <a:solidFill>
                  <a:srgbClr val="E4E4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terapkan Tailwind ke halaman Laravel-mu di proyek akhir.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Materi Tambahan - CSS Framework (Tailwind)</dc:title>
  <dc:subject>PptxGenJS Presentation</dc:subject>
  <dc:creator>PT LPK Mentorbox Indonesia</dc:creator>
  <cp:lastModifiedBy>PT LPK Mentorbox Indonesia</cp:lastModifiedBy>
  <cp:revision>1</cp:revision>
  <dcterms:created xsi:type="dcterms:W3CDTF">2026-07-06T10:36:12Z</dcterms:created>
  <dcterms:modified xsi:type="dcterms:W3CDTF">2026-07-06T10:36:12Z</dcterms:modified>
</cp:coreProperties>
</file>